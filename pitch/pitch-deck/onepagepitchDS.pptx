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3"/>
  </p:sldMasterIdLst>
  <p:notesMasterIdLst>
    <p:notesMasterId r:id="rId4"/>
  </p:notesMasterIdLst>
  <p:sldIdLst>
    <p:sldId id="256" r:id="rId5"/>
  </p:sldIdLst>
  <p:sldSz cy="9720000" cx="7560000"/>
  <p:notesSz cx="6858000" cy="9144000"/>
  <p:embeddedFontLst>
    <p:embeddedFont>
      <p:font typeface="Roboto"/>
      <p:regular r:id="rId6"/>
      <p:bold r:id="rId7"/>
      <p:italic r:id="rId8"/>
      <p:boldItalic r:id="rId9"/>
    </p:embeddedFont>
    <p:embeddedFont>
      <p:font typeface="Roboto Medium"/>
      <p:regular r:id="rId10"/>
      <p:bold r:id="rId11"/>
      <p:italic r:id="rId12"/>
      <p:boldItalic r:id="rId13"/>
    </p:embeddedFont>
    <p:embeddedFont>
      <p:font typeface="Oswald Light"/>
      <p:regular r:id="rId14"/>
      <p:bold r:id="rId15"/>
    </p:embeddedFont>
    <p:embeddedFont>
      <p:font typeface="Roboto Light"/>
      <p:regular r:id="rId16"/>
      <p:bold r:id="rId17"/>
      <p:italic r:id="rId18"/>
      <p:boldItalic r:id="rId1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font" Target="fonts/RobotoMedium-bold.fntdata"/><Relationship Id="rId10" Type="http://schemas.openxmlformats.org/officeDocument/2006/relationships/font" Target="fonts/RobotoMedium-regular.fntdata"/><Relationship Id="rId13" Type="http://schemas.openxmlformats.org/officeDocument/2006/relationships/font" Target="fonts/RobotoMedium-boldItalic.fntdata"/><Relationship Id="rId12" Type="http://schemas.openxmlformats.org/officeDocument/2006/relationships/font" Target="fonts/RobotoMedium-italic.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font" Target="fonts/Roboto-boldItalic.fntdata"/><Relationship Id="rId15" Type="http://schemas.openxmlformats.org/officeDocument/2006/relationships/font" Target="fonts/OswaldLight-bold.fntdata"/><Relationship Id="rId14" Type="http://schemas.openxmlformats.org/officeDocument/2006/relationships/font" Target="fonts/OswaldLight-regular.fntdata"/><Relationship Id="rId17" Type="http://schemas.openxmlformats.org/officeDocument/2006/relationships/font" Target="fonts/RobotoLight-bold.fntdata"/><Relationship Id="rId16" Type="http://schemas.openxmlformats.org/officeDocument/2006/relationships/font" Target="fonts/RobotoLight-regular.fntdata"/><Relationship Id="rId5" Type="http://schemas.openxmlformats.org/officeDocument/2006/relationships/slide" Target="slides/slide1.xml"/><Relationship Id="rId19" Type="http://schemas.openxmlformats.org/officeDocument/2006/relationships/font" Target="fonts/RobotoLight-boldItalic.fntdata"/><Relationship Id="rId6" Type="http://schemas.openxmlformats.org/officeDocument/2006/relationships/font" Target="fonts/Roboto-regular.fntdata"/><Relationship Id="rId18" Type="http://schemas.openxmlformats.org/officeDocument/2006/relationships/font" Target="fonts/RobotoLight-italic.fntdata"/><Relationship Id="rId7" Type="http://schemas.openxmlformats.org/officeDocument/2006/relationships/font" Target="fonts/Roboto-bold.fntdata"/><Relationship Id="rId8" Type="http://schemas.openxmlformats.org/officeDocument/2006/relationships/font" Target="fonts/Roboto-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2095797" y="685800"/>
            <a:ext cx="2667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2095797" y="685800"/>
            <a:ext cx="26673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257712" y="1407071"/>
            <a:ext cx="7044600" cy="3879000"/>
          </a:xfrm>
          <a:prstGeom prst="rect">
            <a:avLst/>
          </a:prstGeom>
        </p:spPr>
        <p:txBody>
          <a:bodyPr anchorCtr="0" anchor="b" bIns="121975" lIns="121975" spcFirstLastPara="1" rIns="121975" wrap="square" tIns="121975">
            <a:normAutofit/>
          </a:bodyPr>
          <a:lstStyle>
            <a:lvl1pPr lvl="0" algn="ctr">
              <a:spcBef>
                <a:spcPts val="0"/>
              </a:spcBef>
              <a:spcAft>
                <a:spcPts val="0"/>
              </a:spcAft>
              <a:buSzPts val="6900"/>
              <a:buNone/>
              <a:defRPr sz="6900"/>
            </a:lvl1pPr>
            <a:lvl2pPr lvl="1" algn="ctr">
              <a:spcBef>
                <a:spcPts val="0"/>
              </a:spcBef>
              <a:spcAft>
                <a:spcPts val="0"/>
              </a:spcAft>
              <a:buSzPts val="6900"/>
              <a:buNone/>
              <a:defRPr sz="6900"/>
            </a:lvl2pPr>
            <a:lvl3pPr lvl="2" algn="ctr">
              <a:spcBef>
                <a:spcPts val="0"/>
              </a:spcBef>
              <a:spcAft>
                <a:spcPts val="0"/>
              </a:spcAft>
              <a:buSzPts val="6900"/>
              <a:buNone/>
              <a:defRPr sz="6900"/>
            </a:lvl3pPr>
            <a:lvl4pPr lvl="3" algn="ctr">
              <a:spcBef>
                <a:spcPts val="0"/>
              </a:spcBef>
              <a:spcAft>
                <a:spcPts val="0"/>
              </a:spcAft>
              <a:buSzPts val="6900"/>
              <a:buNone/>
              <a:defRPr sz="6900"/>
            </a:lvl4pPr>
            <a:lvl5pPr lvl="4" algn="ctr">
              <a:spcBef>
                <a:spcPts val="0"/>
              </a:spcBef>
              <a:spcAft>
                <a:spcPts val="0"/>
              </a:spcAft>
              <a:buSzPts val="6900"/>
              <a:buNone/>
              <a:defRPr sz="6900"/>
            </a:lvl5pPr>
            <a:lvl6pPr lvl="5" algn="ctr">
              <a:spcBef>
                <a:spcPts val="0"/>
              </a:spcBef>
              <a:spcAft>
                <a:spcPts val="0"/>
              </a:spcAft>
              <a:buSzPts val="6900"/>
              <a:buNone/>
              <a:defRPr sz="6900"/>
            </a:lvl6pPr>
            <a:lvl7pPr lvl="6" algn="ctr">
              <a:spcBef>
                <a:spcPts val="0"/>
              </a:spcBef>
              <a:spcAft>
                <a:spcPts val="0"/>
              </a:spcAft>
              <a:buSzPts val="6900"/>
              <a:buNone/>
              <a:defRPr sz="6900"/>
            </a:lvl7pPr>
            <a:lvl8pPr lvl="7" algn="ctr">
              <a:spcBef>
                <a:spcPts val="0"/>
              </a:spcBef>
              <a:spcAft>
                <a:spcPts val="0"/>
              </a:spcAft>
              <a:buSzPts val="6900"/>
              <a:buNone/>
              <a:defRPr sz="6900"/>
            </a:lvl8pPr>
            <a:lvl9pPr lvl="8" algn="ctr">
              <a:spcBef>
                <a:spcPts val="0"/>
              </a:spcBef>
              <a:spcAft>
                <a:spcPts val="0"/>
              </a:spcAft>
              <a:buSzPts val="6900"/>
              <a:buNone/>
              <a:defRPr sz="6900"/>
            </a:lvl9pPr>
          </a:lstStyle>
          <a:p/>
        </p:txBody>
      </p:sp>
      <p:sp>
        <p:nvSpPr>
          <p:cNvPr id="11" name="Google Shape;11;p2"/>
          <p:cNvSpPr txBox="1"/>
          <p:nvPr>
            <p:ph idx="1" type="subTitle"/>
          </p:nvPr>
        </p:nvSpPr>
        <p:spPr>
          <a:xfrm>
            <a:off x="257705" y="5355827"/>
            <a:ext cx="7044600" cy="1497900"/>
          </a:xfrm>
          <a:prstGeom prst="rect">
            <a:avLst/>
          </a:prstGeom>
        </p:spPr>
        <p:txBody>
          <a:bodyPr anchorCtr="0" anchor="t" bIns="121975" lIns="121975" spcFirstLastPara="1" rIns="121975" wrap="square" tIns="121975">
            <a:normAutofit/>
          </a:bodyPr>
          <a:lstStyle>
            <a:lvl1pPr lvl="0" algn="ctr">
              <a:lnSpc>
                <a:spcPct val="100000"/>
              </a:lnSpc>
              <a:spcBef>
                <a:spcPts val="0"/>
              </a:spcBef>
              <a:spcAft>
                <a:spcPts val="0"/>
              </a:spcAft>
              <a:buSzPts val="3700"/>
              <a:buNone/>
              <a:defRPr sz="3700"/>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p:txBody>
      </p:sp>
      <p:sp>
        <p:nvSpPr>
          <p:cNvPr id="12" name="Google Shape;12;p2"/>
          <p:cNvSpPr txBox="1"/>
          <p:nvPr>
            <p:ph idx="12" type="sldNum"/>
          </p:nvPr>
        </p:nvSpPr>
        <p:spPr>
          <a:xfrm>
            <a:off x="7004788" y="8812378"/>
            <a:ext cx="453600" cy="743700"/>
          </a:xfrm>
          <a:prstGeom prst="rect">
            <a:avLst/>
          </a:prstGeom>
        </p:spPr>
        <p:txBody>
          <a:bodyPr anchorCtr="0" anchor="ctr" bIns="121975" lIns="121975" spcFirstLastPara="1" rIns="121975" wrap="square" tIns="1219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257705" y="4064598"/>
            <a:ext cx="7044600" cy="1590600"/>
          </a:xfrm>
          <a:prstGeom prst="rect">
            <a:avLst/>
          </a:prstGeom>
        </p:spPr>
        <p:txBody>
          <a:bodyPr anchorCtr="0" anchor="ctr" bIns="121975" lIns="121975" spcFirstLastPara="1" rIns="121975" wrap="square" tIns="121975">
            <a:norm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
        <p:nvSpPr>
          <p:cNvPr id="15" name="Google Shape;15;p3"/>
          <p:cNvSpPr txBox="1"/>
          <p:nvPr>
            <p:ph idx="12" type="sldNum"/>
          </p:nvPr>
        </p:nvSpPr>
        <p:spPr>
          <a:xfrm>
            <a:off x="7004788" y="8812378"/>
            <a:ext cx="453600" cy="743700"/>
          </a:xfrm>
          <a:prstGeom prst="rect">
            <a:avLst/>
          </a:prstGeom>
        </p:spPr>
        <p:txBody>
          <a:bodyPr anchorCtr="0" anchor="ctr" bIns="121975" lIns="121975" spcFirstLastPara="1" rIns="121975" wrap="square" tIns="1219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257705" y="840992"/>
            <a:ext cx="7044600" cy="1082400"/>
          </a:xfrm>
          <a:prstGeom prst="rect">
            <a:avLst/>
          </a:prstGeom>
        </p:spPr>
        <p:txBody>
          <a:bodyPr anchorCtr="0" anchor="t" bIns="121975" lIns="121975" spcFirstLastPara="1" rIns="121975" wrap="square" tIns="121975">
            <a:norm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18" name="Google Shape;18;p4"/>
          <p:cNvSpPr txBox="1"/>
          <p:nvPr>
            <p:ph idx="1" type="body"/>
          </p:nvPr>
        </p:nvSpPr>
        <p:spPr>
          <a:xfrm>
            <a:off x="257705" y="2177906"/>
            <a:ext cx="7044600" cy="6456000"/>
          </a:xfrm>
          <a:prstGeom prst="rect">
            <a:avLst/>
          </a:prstGeom>
        </p:spPr>
        <p:txBody>
          <a:bodyPr anchorCtr="0" anchor="t" bIns="121975" lIns="121975" spcFirstLastPara="1" rIns="121975" wrap="square" tIns="121975">
            <a:normAutofit/>
          </a:bodyPr>
          <a:lstStyle>
            <a:lvl1pPr indent="-381000" lvl="0" marL="457200">
              <a:spcBef>
                <a:spcPts val="0"/>
              </a:spcBef>
              <a:spcAft>
                <a:spcPts val="0"/>
              </a:spcAft>
              <a:buSzPts val="2400"/>
              <a:buChar char="●"/>
              <a:defRPr/>
            </a:lvl1pPr>
            <a:lvl2pPr indent="-349250" lvl="1" marL="914400">
              <a:spcBef>
                <a:spcPts val="0"/>
              </a:spcBef>
              <a:spcAft>
                <a:spcPts val="0"/>
              </a:spcAft>
              <a:buSzPts val="1900"/>
              <a:buChar char="○"/>
              <a:defRPr/>
            </a:lvl2pPr>
            <a:lvl3pPr indent="-349250" lvl="2" marL="1371600">
              <a:spcBef>
                <a:spcPts val="0"/>
              </a:spcBef>
              <a:spcAft>
                <a:spcPts val="0"/>
              </a:spcAft>
              <a:buSzPts val="1900"/>
              <a:buChar char="■"/>
              <a:defRPr/>
            </a:lvl3pPr>
            <a:lvl4pPr indent="-349250" lvl="3" marL="1828800">
              <a:spcBef>
                <a:spcPts val="0"/>
              </a:spcBef>
              <a:spcAft>
                <a:spcPts val="0"/>
              </a:spcAft>
              <a:buSzPts val="1900"/>
              <a:buChar char="●"/>
              <a:defRPr/>
            </a:lvl4pPr>
            <a:lvl5pPr indent="-349250" lvl="4" marL="2286000">
              <a:spcBef>
                <a:spcPts val="0"/>
              </a:spcBef>
              <a:spcAft>
                <a:spcPts val="0"/>
              </a:spcAft>
              <a:buSzPts val="1900"/>
              <a:buChar char="○"/>
              <a:defRPr/>
            </a:lvl5pPr>
            <a:lvl6pPr indent="-349250" lvl="5" marL="2743200">
              <a:spcBef>
                <a:spcPts val="0"/>
              </a:spcBef>
              <a:spcAft>
                <a:spcPts val="0"/>
              </a:spcAft>
              <a:buSzPts val="1900"/>
              <a:buChar char="■"/>
              <a:defRPr/>
            </a:lvl6pPr>
            <a:lvl7pPr indent="-349250" lvl="6" marL="3200400">
              <a:spcBef>
                <a:spcPts val="0"/>
              </a:spcBef>
              <a:spcAft>
                <a:spcPts val="0"/>
              </a:spcAft>
              <a:buSzPts val="1900"/>
              <a:buChar char="●"/>
              <a:defRPr/>
            </a:lvl7pPr>
            <a:lvl8pPr indent="-349250" lvl="7" marL="3657600">
              <a:spcBef>
                <a:spcPts val="0"/>
              </a:spcBef>
              <a:spcAft>
                <a:spcPts val="0"/>
              </a:spcAft>
              <a:buSzPts val="1900"/>
              <a:buChar char="○"/>
              <a:defRPr/>
            </a:lvl8pPr>
            <a:lvl9pPr indent="-349250" lvl="8" marL="4114800">
              <a:spcBef>
                <a:spcPts val="0"/>
              </a:spcBef>
              <a:spcAft>
                <a:spcPts val="0"/>
              </a:spcAft>
              <a:buSzPts val="1900"/>
              <a:buChar char="■"/>
              <a:defRPr/>
            </a:lvl9pPr>
          </a:lstStyle>
          <a:p/>
        </p:txBody>
      </p:sp>
      <p:sp>
        <p:nvSpPr>
          <p:cNvPr id="19" name="Google Shape;19;p4"/>
          <p:cNvSpPr txBox="1"/>
          <p:nvPr>
            <p:ph idx="12" type="sldNum"/>
          </p:nvPr>
        </p:nvSpPr>
        <p:spPr>
          <a:xfrm>
            <a:off x="7004788" y="8812378"/>
            <a:ext cx="453600" cy="743700"/>
          </a:xfrm>
          <a:prstGeom prst="rect">
            <a:avLst/>
          </a:prstGeom>
        </p:spPr>
        <p:txBody>
          <a:bodyPr anchorCtr="0" anchor="ctr" bIns="121975" lIns="121975" spcFirstLastPara="1" rIns="121975" wrap="square" tIns="1219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257705" y="840992"/>
            <a:ext cx="7044600" cy="1082400"/>
          </a:xfrm>
          <a:prstGeom prst="rect">
            <a:avLst/>
          </a:prstGeom>
        </p:spPr>
        <p:txBody>
          <a:bodyPr anchorCtr="0" anchor="t" bIns="121975" lIns="121975" spcFirstLastPara="1" rIns="121975" wrap="square" tIns="121975">
            <a:norm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22" name="Google Shape;22;p5"/>
          <p:cNvSpPr txBox="1"/>
          <p:nvPr>
            <p:ph idx="1" type="body"/>
          </p:nvPr>
        </p:nvSpPr>
        <p:spPr>
          <a:xfrm>
            <a:off x="257705" y="2177906"/>
            <a:ext cx="3306900" cy="6456000"/>
          </a:xfrm>
          <a:prstGeom prst="rect">
            <a:avLst/>
          </a:prstGeom>
        </p:spPr>
        <p:txBody>
          <a:bodyPr anchorCtr="0" anchor="t" bIns="121975" lIns="121975" spcFirstLastPara="1" rIns="121975" wrap="square" tIns="121975">
            <a:normAutofit/>
          </a:bodyPr>
          <a:lstStyle>
            <a:lvl1pPr indent="-349250" lvl="0" marL="457200">
              <a:spcBef>
                <a:spcPts val="0"/>
              </a:spcBef>
              <a:spcAft>
                <a:spcPts val="0"/>
              </a:spcAft>
              <a:buSzPts val="1900"/>
              <a:buChar char="●"/>
              <a:defRPr sz="1900"/>
            </a:lvl1pPr>
            <a:lvl2pPr indent="-330200" lvl="1" marL="914400">
              <a:spcBef>
                <a:spcPts val="0"/>
              </a:spcBef>
              <a:spcAft>
                <a:spcPts val="0"/>
              </a:spcAft>
              <a:buSzPts val="1600"/>
              <a:buChar char="○"/>
              <a:defRPr sz="1600"/>
            </a:lvl2pPr>
            <a:lvl3pPr indent="-330200" lvl="2" marL="1371600">
              <a:spcBef>
                <a:spcPts val="0"/>
              </a:spcBef>
              <a:spcAft>
                <a:spcPts val="0"/>
              </a:spcAft>
              <a:buSzPts val="1600"/>
              <a:buChar char="■"/>
              <a:defRPr sz="1600"/>
            </a:lvl3pPr>
            <a:lvl4pPr indent="-330200" lvl="3" marL="1828800">
              <a:spcBef>
                <a:spcPts val="0"/>
              </a:spcBef>
              <a:spcAft>
                <a:spcPts val="0"/>
              </a:spcAft>
              <a:buSzPts val="1600"/>
              <a:buChar char="●"/>
              <a:defRPr sz="1600"/>
            </a:lvl4pPr>
            <a:lvl5pPr indent="-330200" lvl="4" marL="2286000">
              <a:spcBef>
                <a:spcPts val="0"/>
              </a:spcBef>
              <a:spcAft>
                <a:spcPts val="0"/>
              </a:spcAft>
              <a:buSzPts val="1600"/>
              <a:buChar char="○"/>
              <a:defRPr sz="1600"/>
            </a:lvl5pPr>
            <a:lvl6pPr indent="-330200" lvl="5" marL="2743200">
              <a:spcBef>
                <a:spcPts val="0"/>
              </a:spcBef>
              <a:spcAft>
                <a:spcPts val="0"/>
              </a:spcAft>
              <a:buSzPts val="1600"/>
              <a:buChar char="■"/>
              <a:defRPr sz="1600"/>
            </a:lvl6pPr>
            <a:lvl7pPr indent="-330200" lvl="6" marL="3200400">
              <a:spcBef>
                <a:spcPts val="0"/>
              </a:spcBef>
              <a:spcAft>
                <a:spcPts val="0"/>
              </a:spcAft>
              <a:buSzPts val="1600"/>
              <a:buChar char="●"/>
              <a:defRPr sz="1600"/>
            </a:lvl7pPr>
            <a:lvl8pPr indent="-330200" lvl="7" marL="3657600">
              <a:spcBef>
                <a:spcPts val="0"/>
              </a:spcBef>
              <a:spcAft>
                <a:spcPts val="0"/>
              </a:spcAft>
              <a:buSzPts val="1600"/>
              <a:buChar char="○"/>
              <a:defRPr sz="1600"/>
            </a:lvl8pPr>
            <a:lvl9pPr indent="-330200" lvl="8" marL="4114800">
              <a:spcBef>
                <a:spcPts val="0"/>
              </a:spcBef>
              <a:spcAft>
                <a:spcPts val="0"/>
              </a:spcAft>
              <a:buSzPts val="1600"/>
              <a:buChar char="■"/>
              <a:defRPr sz="1600"/>
            </a:lvl9pPr>
          </a:lstStyle>
          <a:p/>
        </p:txBody>
      </p:sp>
      <p:sp>
        <p:nvSpPr>
          <p:cNvPr id="23" name="Google Shape;23;p5"/>
          <p:cNvSpPr txBox="1"/>
          <p:nvPr>
            <p:ph idx="2" type="body"/>
          </p:nvPr>
        </p:nvSpPr>
        <p:spPr>
          <a:xfrm>
            <a:off x="3995291" y="2177906"/>
            <a:ext cx="3306900" cy="6456000"/>
          </a:xfrm>
          <a:prstGeom prst="rect">
            <a:avLst/>
          </a:prstGeom>
        </p:spPr>
        <p:txBody>
          <a:bodyPr anchorCtr="0" anchor="t" bIns="121975" lIns="121975" spcFirstLastPara="1" rIns="121975" wrap="square" tIns="121975">
            <a:normAutofit/>
          </a:bodyPr>
          <a:lstStyle>
            <a:lvl1pPr indent="-349250" lvl="0" marL="457200">
              <a:spcBef>
                <a:spcPts val="0"/>
              </a:spcBef>
              <a:spcAft>
                <a:spcPts val="0"/>
              </a:spcAft>
              <a:buSzPts val="1900"/>
              <a:buChar char="●"/>
              <a:defRPr sz="1900"/>
            </a:lvl1pPr>
            <a:lvl2pPr indent="-330200" lvl="1" marL="914400">
              <a:spcBef>
                <a:spcPts val="0"/>
              </a:spcBef>
              <a:spcAft>
                <a:spcPts val="0"/>
              </a:spcAft>
              <a:buSzPts val="1600"/>
              <a:buChar char="○"/>
              <a:defRPr sz="1600"/>
            </a:lvl2pPr>
            <a:lvl3pPr indent="-330200" lvl="2" marL="1371600">
              <a:spcBef>
                <a:spcPts val="0"/>
              </a:spcBef>
              <a:spcAft>
                <a:spcPts val="0"/>
              </a:spcAft>
              <a:buSzPts val="1600"/>
              <a:buChar char="■"/>
              <a:defRPr sz="1600"/>
            </a:lvl3pPr>
            <a:lvl4pPr indent="-330200" lvl="3" marL="1828800">
              <a:spcBef>
                <a:spcPts val="0"/>
              </a:spcBef>
              <a:spcAft>
                <a:spcPts val="0"/>
              </a:spcAft>
              <a:buSzPts val="1600"/>
              <a:buChar char="●"/>
              <a:defRPr sz="1600"/>
            </a:lvl4pPr>
            <a:lvl5pPr indent="-330200" lvl="4" marL="2286000">
              <a:spcBef>
                <a:spcPts val="0"/>
              </a:spcBef>
              <a:spcAft>
                <a:spcPts val="0"/>
              </a:spcAft>
              <a:buSzPts val="1600"/>
              <a:buChar char="○"/>
              <a:defRPr sz="1600"/>
            </a:lvl5pPr>
            <a:lvl6pPr indent="-330200" lvl="5" marL="2743200">
              <a:spcBef>
                <a:spcPts val="0"/>
              </a:spcBef>
              <a:spcAft>
                <a:spcPts val="0"/>
              </a:spcAft>
              <a:buSzPts val="1600"/>
              <a:buChar char="■"/>
              <a:defRPr sz="1600"/>
            </a:lvl6pPr>
            <a:lvl7pPr indent="-330200" lvl="6" marL="3200400">
              <a:spcBef>
                <a:spcPts val="0"/>
              </a:spcBef>
              <a:spcAft>
                <a:spcPts val="0"/>
              </a:spcAft>
              <a:buSzPts val="1600"/>
              <a:buChar char="●"/>
              <a:defRPr sz="1600"/>
            </a:lvl7pPr>
            <a:lvl8pPr indent="-330200" lvl="7" marL="3657600">
              <a:spcBef>
                <a:spcPts val="0"/>
              </a:spcBef>
              <a:spcAft>
                <a:spcPts val="0"/>
              </a:spcAft>
              <a:buSzPts val="1600"/>
              <a:buChar char="○"/>
              <a:defRPr sz="1600"/>
            </a:lvl8pPr>
            <a:lvl9pPr indent="-330200" lvl="8" marL="4114800">
              <a:spcBef>
                <a:spcPts val="0"/>
              </a:spcBef>
              <a:spcAft>
                <a:spcPts val="0"/>
              </a:spcAft>
              <a:buSzPts val="1600"/>
              <a:buChar char="■"/>
              <a:defRPr sz="1600"/>
            </a:lvl9pPr>
          </a:lstStyle>
          <a:p/>
        </p:txBody>
      </p:sp>
      <p:sp>
        <p:nvSpPr>
          <p:cNvPr id="24" name="Google Shape;24;p5"/>
          <p:cNvSpPr txBox="1"/>
          <p:nvPr>
            <p:ph idx="12" type="sldNum"/>
          </p:nvPr>
        </p:nvSpPr>
        <p:spPr>
          <a:xfrm>
            <a:off x="7004788" y="8812378"/>
            <a:ext cx="453600" cy="743700"/>
          </a:xfrm>
          <a:prstGeom prst="rect">
            <a:avLst/>
          </a:prstGeom>
        </p:spPr>
        <p:txBody>
          <a:bodyPr anchorCtr="0" anchor="ctr" bIns="121975" lIns="121975" spcFirstLastPara="1" rIns="121975" wrap="square" tIns="1219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257705" y="840992"/>
            <a:ext cx="7044600" cy="1082400"/>
          </a:xfrm>
          <a:prstGeom prst="rect">
            <a:avLst/>
          </a:prstGeom>
        </p:spPr>
        <p:txBody>
          <a:bodyPr anchorCtr="0" anchor="t" bIns="121975" lIns="121975" spcFirstLastPara="1" rIns="121975" wrap="square" tIns="121975">
            <a:norm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27" name="Google Shape;27;p6"/>
          <p:cNvSpPr txBox="1"/>
          <p:nvPr>
            <p:ph idx="12" type="sldNum"/>
          </p:nvPr>
        </p:nvSpPr>
        <p:spPr>
          <a:xfrm>
            <a:off x="7004788" y="8812378"/>
            <a:ext cx="453600" cy="743700"/>
          </a:xfrm>
          <a:prstGeom prst="rect">
            <a:avLst/>
          </a:prstGeom>
        </p:spPr>
        <p:txBody>
          <a:bodyPr anchorCtr="0" anchor="ctr" bIns="121975" lIns="121975" spcFirstLastPara="1" rIns="121975" wrap="square" tIns="1219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257705" y="1049953"/>
            <a:ext cx="2321700" cy="1428000"/>
          </a:xfrm>
          <a:prstGeom prst="rect">
            <a:avLst/>
          </a:prstGeom>
        </p:spPr>
        <p:txBody>
          <a:bodyPr anchorCtr="0" anchor="b" bIns="121975" lIns="121975" spcFirstLastPara="1" rIns="121975" wrap="square" tIns="121975">
            <a:normAutofit/>
          </a:bodyPr>
          <a:lstStyle>
            <a:lvl1pPr lvl="0">
              <a:spcBef>
                <a:spcPts val="0"/>
              </a:spcBef>
              <a:spcAft>
                <a:spcPts val="0"/>
              </a:spcAft>
              <a:buSzPts val="3200"/>
              <a:buNone/>
              <a:defRPr sz="3200"/>
            </a:lvl1pPr>
            <a:lvl2pPr lvl="1">
              <a:spcBef>
                <a:spcPts val="0"/>
              </a:spcBef>
              <a:spcAft>
                <a:spcPts val="0"/>
              </a:spcAft>
              <a:buSzPts val="3200"/>
              <a:buNone/>
              <a:defRPr sz="3200"/>
            </a:lvl2pPr>
            <a:lvl3pPr lvl="2">
              <a:spcBef>
                <a:spcPts val="0"/>
              </a:spcBef>
              <a:spcAft>
                <a:spcPts val="0"/>
              </a:spcAft>
              <a:buSzPts val="3200"/>
              <a:buNone/>
              <a:defRPr sz="3200"/>
            </a:lvl3pPr>
            <a:lvl4pPr lvl="3">
              <a:spcBef>
                <a:spcPts val="0"/>
              </a:spcBef>
              <a:spcAft>
                <a:spcPts val="0"/>
              </a:spcAft>
              <a:buSzPts val="3200"/>
              <a:buNone/>
              <a:defRPr sz="3200"/>
            </a:lvl4pPr>
            <a:lvl5pPr lvl="4">
              <a:spcBef>
                <a:spcPts val="0"/>
              </a:spcBef>
              <a:spcAft>
                <a:spcPts val="0"/>
              </a:spcAft>
              <a:buSzPts val="3200"/>
              <a:buNone/>
              <a:defRPr sz="3200"/>
            </a:lvl5pPr>
            <a:lvl6pPr lvl="5">
              <a:spcBef>
                <a:spcPts val="0"/>
              </a:spcBef>
              <a:spcAft>
                <a:spcPts val="0"/>
              </a:spcAft>
              <a:buSzPts val="3200"/>
              <a:buNone/>
              <a:defRPr sz="3200"/>
            </a:lvl6pPr>
            <a:lvl7pPr lvl="6">
              <a:spcBef>
                <a:spcPts val="0"/>
              </a:spcBef>
              <a:spcAft>
                <a:spcPts val="0"/>
              </a:spcAft>
              <a:buSzPts val="3200"/>
              <a:buNone/>
              <a:defRPr sz="3200"/>
            </a:lvl7pPr>
            <a:lvl8pPr lvl="7">
              <a:spcBef>
                <a:spcPts val="0"/>
              </a:spcBef>
              <a:spcAft>
                <a:spcPts val="0"/>
              </a:spcAft>
              <a:buSzPts val="3200"/>
              <a:buNone/>
              <a:defRPr sz="3200"/>
            </a:lvl8pPr>
            <a:lvl9pPr lvl="8">
              <a:spcBef>
                <a:spcPts val="0"/>
              </a:spcBef>
              <a:spcAft>
                <a:spcPts val="0"/>
              </a:spcAft>
              <a:buSzPts val="3200"/>
              <a:buNone/>
              <a:defRPr sz="3200"/>
            </a:lvl9pPr>
          </a:lstStyle>
          <a:p/>
        </p:txBody>
      </p:sp>
      <p:sp>
        <p:nvSpPr>
          <p:cNvPr id="30" name="Google Shape;30;p7"/>
          <p:cNvSpPr txBox="1"/>
          <p:nvPr>
            <p:ph idx="1" type="body"/>
          </p:nvPr>
        </p:nvSpPr>
        <p:spPr>
          <a:xfrm>
            <a:off x="257705" y="2626016"/>
            <a:ext cx="2321700" cy="6008400"/>
          </a:xfrm>
          <a:prstGeom prst="rect">
            <a:avLst/>
          </a:prstGeom>
        </p:spPr>
        <p:txBody>
          <a:bodyPr anchorCtr="0" anchor="t" bIns="121975" lIns="121975" spcFirstLastPara="1" rIns="121975" wrap="square" tIns="121975">
            <a:normAutofit/>
          </a:bodyPr>
          <a:lstStyle>
            <a:lvl1pPr indent="-330200" lvl="0" marL="457200">
              <a:spcBef>
                <a:spcPts val="0"/>
              </a:spcBef>
              <a:spcAft>
                <a:spcPts val="0"/>
              </a:spcAft>
              <a:buSzPts val="1600"/>
              <a:buChar char="●"/>
              <a:defRPr sz="1600"/>
            </a:lvl1pPr>
            <a:lvl2pPr indent="-330200" lvl="1" marL="914400">
              <a:spcBef>
                <a:spcPts val="0"/>
              </a:spcBef>
              <a:spcAft>
                <a:spcPts val="0"/>
              </a:spcAft>
              <a:buSzPts val="1600"/>
              <a:buChar char="○"/>
              <a:defRPr sz="1600"/>
            </a:lvl2pPr>
            <a:lvl3pPr indent="-330200" lvl="2" marL="1371600">
              <a:spcBef>
                <a:spcPts val="0"/>
              </a:spcBef>
              <a:spcAft>
                <a:spcPts val="0"/>
              </a:spcAft>
              <a:buSzPts val="1600"/>
              <a:buChar char="■"/>
              <a:defRPr sz="1600"/>
            </a:lvl3pPr>
            <a:lvl4pPr indent="-330200" lvl="3" marL="1828800">
              <a:spcBef>
                <a:spcPts val="0"/>
              </a:spcBef>
              <a:spcAft>
                <a:spcPts val="0"/>
              </a:spcAft>
              <a:buSzPts val="1600"/>
              <a:buChar char="●"/>
              <a:defRPr sz="1600"/>
            </a:lvl4pPr>
            <a:lvl5pPr indent="-330200" lvl="4" marL="2286000">
              <a:spcBef>
                <a:spcPts val="0"/>
              </a:spcBef>
              <a:spcAft>
                <a:spcPts val="0"/>
              </a:spcAft>
              <a:buSzPts val="1600"/>
              <a:buChar char="○"/>
              <a:defRPr sz="1600"/>
            </a:lvl5pPr>
            <a:lvl6pPr indent="-330200" lvl="5" marL="2743200">
              <a:spcBef>
                <a:spcPts val="0"/>
              </a:spcBef>
              <a:spcAft>
                <a:spcPts val="0"/>
              </a:spcAft>
              <a:buSzPts val="1600"/>
              <a:buChar char="■"/>
              <a:defRPr sz="1600"/>
            </a:lvl6pPr>
            <a:lvl7pPr indent="-330200" lvl="6" marL="3200400">
              <a:spcBef>
                <a:spcPts val="0"/>
              </a:spcBef>
              <a:spcAft>
                <a:spcPts val="0"/>
              </a:spcAft>
              <a:buSzPts val="1600"/>
              <a:buChar char="●"/>
              <a:defRPr sz="1600"/>
            </a:lvl7pPr>
            <a:lvl8pPr indent="-330200" lvl="7" marL="3657600">
              <a:spcBef>
                <a:spcPts val="0"/>
              </a:spcBef>
              <a:spcAft>
                <a:spcPts val="0"/>
              </a:spcAft>
              <a:buSzPts val="1600"/>
              <a:buChar char="○"/>
              <a:defRPr sz="1600"/>
            </a:lvl8pPr>
            <a:lvl9pPr indent="-330200" lvl="8" marL="4114800">
              <a:spcBef>
                <a:spcPts val="0"/>
              </a:spcBef>
              <a:spcAft>
                <a:spcPts val="0"/>
              </a:spcAft>
              <a:buSzPts val="1600"/>
              <a:buChar char="■"/>
              <a:defRPr sz="1600"/>
            </a:lvl9pPr>
          </a:lstStyle>
          <a:p/>
        </p:txBody>
      </p:sp>
      <p:sp>
        <p:nvSpPr>
          <p:cNvPr id="31" name="Google Shape;31;p7"/>
          <p:cNvSpPr txBox="1"/>
          <p:nvPr>
            <p:ph idx="12" type="sldNum"/>
          </p:nvPr>
        </p:nvSpPr>
        <p:spPr>
          <a:xfrm>
            <a:off x="7004788" y="8812378"/>
            <a:ext cx="453600" cy="743700"/>
          </a:xfrm>
          <a:prstGeom prst="rect">
            <a:avLst/>
          </a:prstGeom>
        </p:spPr>
        <p:txBody>
          <a:bodyPr anchorCtr="0" anchor="ctr" bIns="121975" lIns="121975" spcFirstLastPara="1" rIns="121975" wrap="square" tIns="1219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05325" y="850677"/>
            <a:ext cx="5264700" cy="7730700"/>
          </a:xfrm>
          <a:prstGeom prst="rect">
            <a:avLst/>
          </a:prstGeom>
        </p:spPr>
        <p:txBody>
          <a:bodyPr anchorCtr="0" anchor="ctr" bIns="121975" lIns="121975" spcFirstLastPara="1" rIns="121975" wrap="square" tIns="121975">
            <a:normAutofit/>
          </a:bodyPr>
          <a:lstStyle>
            <a:lvl1pPr lvl="0">
              <a:spcBef>
                <a:spcPts val="0"/>
              </a:spcBef>
              <a:spcAft>
                <a:spcPts val="0"/>
              </a:spcAft>
              <a:buSzPts val="6400"/>
              <a:buNone/>
              <a:defRPr sz="6400"/>
            </a:lvl1pPr>
            <a:lvl2pPr lvl="1">
              <a:spcBef>
                <a:spcPts val="0"/>
              </a:spcBef>
              <a:spcAft>
                <a:spcPts val="0"/>
              </a:spcAft>
              <a:buSzPts val="6400"/>
              <a:buNone/>
              <a:defRPr sz="6400"/>
            </a:lvl2pPr>
            <a:lvl3pPr lvl="2">
              <a:spcBef>
                <a:spcPts val="0"/>
              </a:spcBef>
              <a:spcAft>
                <a:spcPts val="0"/>
              </a:spcAft>
              <a:buSzPts val="6400"/>
              <a:buNone/>
              <a:defRPr sz="6400"/>
            </a:lvl3pPr>
            <a:lvl4pPr lvl="3">
              <a:spcBef>
                <a:spcPts val="0"/>
              </a:spcBef>
              <a:spcAft>
                <a:spcPts val="0"/>
              </a:spcAft>
              <a:buSzPts val="6400"/>
              <a:buNone/>
              <a:defRPr sz="6400"/>
            </a:lvl4pPr>
            <a:lvl5pPr lvl="4">
              <a:spcBef>
                <a:spcPts val="0"/>
              </a:spcBef>
              <a:spcAft>
                <a:spcPts val="0"/>
              </a:spcAft>
              <a:buSzPts val="6400"/>
              <a:buNone/>
              <a:defRPr sz="6400"/>
            </a:lvl5pPr>
            <a:lvl6pPr lvl="5">
              <a:spcBef>
                <a:spcPts val="0"/>
              </a:spcBef>
              <a:spcAft>
                <a:spcPts val="0"/>
              </a:spcAft>
              <a:buSzPts val="6400"/>
              <a:buNone/>
              <a:defRPr sz="6400"/>
            </a:lvl6pPr>
            <a:lvl7pPr lvl="6">
              <a:spcBef>
                <a:spcPts val="0"/>
              </a:spcBef>
              <a:spcAft>
                <a:spcPts val="0"/>
              </a:spcAft>
              <a:buSzPts val="6400"/>
              <a:buNone/>
              <a:defRPr sz="6400"/>
            </a:lvl7pPr>
            <a:lvl8pPr lvl="7">
              <a:spcBef>
                <a:spcPts val="0"/>
              </a:spcBef>
              <a:spcAft>
                <a:spcPts val="0"/>
              </a:spcAft>
              <a:buSzPts val="6400"/>
              <a:buNone/>
              <a:defRPr sz="6400"/>
            </a:lvl8pPr>
            <a:lvl9pPr lvl="8">
              <a:spcBef>
                <a:spcPts val="0"/>
              </a:spcBef>
              <a:spcAft>
                <a:spcPts val="0"/>
              </a:spcAft>
              <a:buSzPts val="6400"/>
              <a:buNone/>
              <a:defRPr sz="6400"/>
            </a:lvl9pPr>
          </a:lstStyle>
          <a:p/>
        </p:txBody>
      </p:sp>
      <p:sp>
        <p:nvSpPr>
          <p:cNvPr id="34" name="Google Shape;34;p8"/>
          <p:cNvSpPr txBox="1"/>
          <p:nvPr>
            <p:ph idx="12" type="sldNum"/>
          </p:nvPr>
        </p:nvSpPr>
        <p:spPr>
          <a:xfrm>
            <a:off x="7004788" y="8812378"/>
            <a:ext cx="453600" cy="743700"/>
          </a:xfrm>
          <a:prstGeom prst="rect">
            <a:avLst/>
          </a:prstGeom>
        </p:spPr>
        <p:txBody>
          <a:bodyPr anchorCtr="0" anchor="ctr" bIns="121975" lIns="121975" spcFirstLastPara="1" rIns="121975" wrap="square" tIns="1219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3780000" y="-236"/>
            <a:ext cx="3780000" cy="9720000"/>
          </a:xfrm>
          <a:prstGeom prst="rect">
            <a:avLst/>
          </a:prstGeom>
          <a:solidFill>
            <a:schemeClr val="lt2"/>
          </a:solidFill>
          <a:ln>
            <a:noFill/>
          </a:ln>
        </p:spPr>
        <p:txBody>
          <a:bodyPr anchorCtr="0" anchor="ctr" bIns="121975" lIns="121975" spcFirstLastPara="1" rIns="121975" wrap="square" tIns="12197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19508" y="2330409"/>
            <a:ext cx="3344400" cy="2801100"/>
          </a:xfrm>
          <a:prstGeom prst="rect">
            <a:avLst/>
          </a:prstGeom>
        </p:spPr>
        <p:txBody>
          <a:bodyPr anchorCtr="0" anchor="b" bIns="121975" lIns="121975" spcFirstLastPara="1" rIns="121975" wrap="square" tIns="121975">
            <a:normAutofit/>
          </a:bodyPr>
          <a:lstStyle>
            <a:lvl1pPr lvl="0" algn="ctr">
              <a:spcBef>
                <a:spcPts val="0"/>
              </a:spcBef>
              <a:spcAft>
                <a:spcPts val="0"/>
              </a:spcAft>
              <a:buSzPts val="5600"/>
              <a:buNone/>
              <a:defRPr sz="5600"/>
            </a:lvl1pPr>
            <a:lvl2pPr lvl="1" algn="ctr">
              <a:spcBef>
                <a:spcPts val="0"/>
              </a:spcBef>
              <a:spcAft>
                <a:spcPts val="0"/>
              </a:spcAft>
              <a:buSzPts val="5600"/>
              <a:buNone/>
              <a:defRPr sz="5600"/>
            </a:lvl2pPr>
            <a:lvl3pPr lvl="2" algn="ctr">
              <a:spcBef>
                <a:spcPts val="0"/>
              </a:spcBef>
              <a:spcAft>
                <a:spcPts val="0"/>
              </a:spcAft>
              <a:buSzPts val="5600"/>
              <a:buNone/>
              <a:defRPr sz="5600"/>
            </a:lvl3pPr>
            <a:lvl4pPr lvl="3" algn="ctr">
              <a:spcBef>
                <a:spcPts val="0"/>
              </a:spcBef>
              <a:spcAft>
                <a:spcPts val="0"/>
              </a:spcAft>
              <a:buSzPts val="5600"/>
              <a:buNone/>
              <a:defRPr sz="5600"/>
            </a:lvl4pPr>
            <a:lvl5pPr lvl="4" algn="ctr">
              <a:spcBef>
                <a:spcPts val="0"/>
              </a:spcBef>
              <a:spcAft>
                <a:spcPts val="0"/>
              </a:spcAft>
              <a:buSzPts val="5600"/>
              <a:buNone/>
              <a:defRPr sz="5600"/>
            </a:lvl5pPr>
            <a:lvl6pPr lvl="5" algn="ctr">
              <a:spcBef>
                <a:spcPts val="0"/>
              </a:spcBef>
              <a:spcAft>
                <a:spcPts val="0"/>
              </a:spcAft>
              <a:buSzPts val="5600"/>
              <a:buNone/>
              <a:defRPr sz="5600"/>
            </a:lvl6pPr>
            <a:lvl7pPr lvl="6" algn="ctr">
              <a:spcBef>
                <a:spcPts val="0"/>
              </a:spcBef>
              <a:spcAft>
                <a:spcPts val="0"/>
              </a:spcAft>
              <a:buSzPts val="5600"/>
              <a:buNone/>
              <a:defRPr sz="5600"/>
            </a:lvl7pPr>
            <a:lvl8pPr lvl="7" algn="ctr">
              <a:spcBef>
                <a:spcPts val="0"/>
              </a:spcBef>
              <a:spcAft>
                <a:spcPts val="0"/>
              </a:spcAft>
              <a:buSzPts val="5600"/>
              <a:buNone/>
              <a:defRPr sz="5600"/>
            </a:lvl8pPr>
            <a:lvl9pPr lvl="8" algn="ctr">
              <a:spcBef>
                <a:spcPts val="0"/>
              </a:spcBef>
              <a:spcAft>
                <a:spcPts val="0"/>
              </a:spcAft>
              <a:buSzPts val="5600"/>
              <a:buNone/>
              <a:defRPr sz="5600"/>
            </a:lvl9pPr>
          </a:lstStyle>
          <a:p/>
        </p:txBody>
      </p:sp>
      <p:sp>
        <p:nvSpPr>
          <p:cNvPr id="38" name="Google Shape;38;p9"/>
          <p:cNvSpPr txBox="1"/>
          <p:nvPr>
            <p:ph idx="1" type="subTitle"/>
          </p:nvPr>
        </p:nvSpPr>
        <p:spPr>
          <a:xfrm>
            <a:off x="219508" y="5297150"/>
            <a:ext cx="3344400" cy="2334000"/>
          </a:xfrm>
          <a:prstGeom prst="rect">
            <a:avLst/>
          </a:prstGeom>
        </p:spPr>
        <p:txBody>
          <a:bodyPr anchorCtr="0" anchor="t" bIns="121975" lIns="121975" spcFirstLastPara="1" rIns="121975" wrap="square" tIns="12197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39" name="Google Shape;39;p9"/>
          <p:cNvSpPr txBox="1"/>
          <p:nvPr>
            <p:ph idx="2" type="body"/>
          </p:nvPr>
        </p:nvSpPr>
        <p:spPr>
          <a:xfrm>
            <a:off x="4083839" y="1368331"/>
            <a:ext cx="3172500" cy="6982800"/>
          </a:xfrm>
          <a:prstGeom prst="rect">
            <a:avLst/>
          </a:prstGeom>
        </p:spPr>
        <p:txBody>
          <a:bodyPr anchorCtr="0" anchor="ctr" bIns="121975" lIns="121975" spcFirstLastPara="1" rIns="121975" wrap="square" tIns="121975">
            <a:normAutofit/>
          </a:bodyPr>
          <a:lstStyle>
            <a:lvl1pPr indent="-381000" lvl="0" marL="457200">
              <a:spcBef>
                <a:spcPts val="0"/>
              </a:spcBef>
              <a:spcAft>
                <a:spcPts val="0"/>
              </a:spcAft>
              <a:buSzPts val="2400"/>
              <a:buChar char="●"/>
              <a:defRPr/>
            </a:lvl1pPr>
            <a:lvl2pPr indent="-349250" lvl="1" marL="914400">
              <a:spcBef>
                <a:spcPts val="0"/>
              </a:spcBef>
              <a:spcAft>
                <a:spcPts val="0"/>
              </a:spcAft>
              <a:buSzPts val="1900"/>
              <a:buChar char="○"/>
              <a:defRPr/>
            </a:lvl2pPr>
            <a:lvl3pPr indent="-349250" lvl="2" marL="1371600">
              <a:spcBef>
                <a:spcPts val="0"/>
              </a:spcBef>
              <a:spcAft>
                <a:spcPts val="0"/>
              </a:spcAft>
              <a:buSzPts val="1900"/>
              <a:buChar char="■"/>
              <a:defRPr/>
            </a:lvl3pPr>
            <a:lvl4pPr indent="-349250" lvl="3" marL="1828800">
              <a:spcBef>
                <a:spcPts val="0"/>
              </a:spcBef>
              <a:spcAft>
                <a:spcPts val="0"/>
              </a:spcAft>
              <a:buSzPts val="1900"/>
              <a:buChar char="●"/>
              <a:defRPr/>
            </a:lvl4pPr>
            <a:lvl5pPr indent="-349250" lvl="4" marL="2286000">
              <a:spcBef>
                <a:spcPts val="0"/>
              </a:spcBef>
              <a:spcAft>
                <a:spcPts val="0"/>
              </a:spcAft>
              <a:buSzPts val="1900"/>
              <a:buChar char="○"/>
              <a:defRPr/>
            </a:lvl5pPr>
            <a:lvl6pPr indent="-349250" lvl="5" marL="2743200">
              <a:spcBef>
                <a:spcPts val="0"/>
              </a:spcBef>
              <a:spcAft>
                <a:spcPts val="0"/>
              </a:spcAft>
              <a:buSzPts val="1900"/>
              <a:buChar char="■"/>
              <a:defRPr/>
            </a:lvl6pPr>
            <a:lvl7pPr indent="-349250" lvl="6" marL="3200400">
              <a:spcBef>
                <a:spcPts val="0"/>
              </a:spcBef>
              <a:spcAft>
                <a:spcPts val="0"/>
              </a:spcAft>
              <a:buSzPts val="1900"/>
              <a:buChar char="●"/>
              <a:defRPr/>
            </a:lvl7pPr>
            <a:lvl8pPr indent="-349250" lvl="7" marL="3657600">
              <a:spcBef>
                <a:spcPts val="0"/>
              </a:spcBef>
              <a:spcAft>
                <a:spcPts val="0"/>
              </a:spcAft>
              <a:buSzPts val="1900"/>
              <a:buChar char="○"/>
              <a:defRPr/>
            </a:lvl8pPr>
            <a:lvl9pPr indent="-349250" lvl="8" marL="4114800">
              <a:spcBef>
                <a:spcPts val="0"/>
              </a:spcBef>
              <a:spcAft>
                <a:spcPts val="0"/>
              </a:spcAft>
              <a:buSzPts val="1900"/>
              <a:buChar char="■"/>
              <a:defRPr/>
            </a:lvl9pPr>
          </a:lstStyle>
          <a:p/>
        </p:txBody>
      </p:sp>
      <p:sp>
        <p:nvSpPr>
          <p:cNvPr id="40" name="Google Shape;40;p9"/>
          <p:cNvSpPr txBox="1"/>
          <p:nvPr>
            <p:ph idx="12" type="sldNum"/>
          </p:nvPr>
        </p:nvSpPr>
        <p:spPr>
          <a:xfrm>
            <a:off x="7004788" y="8812378"/>
            <a:ext cx="453600" cy="743700"/>
          </a:xfrm>
          <a:prstGeom prst="rect">
            <a:avLst/>
          </a:prstGeom>
        </p:spPr>
        <p:txBody>
          <a:bodyPr anchorCtr="0" anchor="ctr" bIns="121975" lIns="121975" spcFirstLastPara="1" rIns="121975" wrap="square" tIns="1219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257705" y="7994787"/>
            <a:ext cx="4959900" cy="1143600"/>
          </a:xfrm>
          <a:prstGeom prst="rect">
            <a:avLst/>
          </a:prstGeom>
        </p:spPr>
        <p:txBody>
          <a:bodyPr anchorCtr="0" anchor="ctr" bIns="121975" lIns="121975" spcFirstLastPara="1" rIns="121975" wrap="square" tIns="121975">
            <a:normAutofit/>
          </a:bodyPr>
          <a:lstStyle>
            <a:lvl1pPr indent="-228600" lvl="0" marL="457200">
              <a:lnSpc>
                <a:spcPct val="100000"/>
              </a:lnSpc>
              <a:spcBef>
                <a:spcPts val="0"/>
              </a:spcBef>
              <a:spcAft>
                <a:spcPts val="0"/>
              </a:spcAft>
              <a:buSzPts val="2400"/>
              <a:buNone/>
              <a:defRPr/>
            </a:lvl1pPr>
          </a:lstStyle>
          <a:p/>
        </p:txBody>
      </p:sp>
      <p:sp>
        <p:nvSpPr>
          <p:cNvPr id="43" name="Google Shape;43;p10"/>
          <p:cNvSpPr txBox="1"/>
          <p:nvPr>
            <p:ph idx="12" type="sldNum"/>
          </p:nvPr>
        </p:nvSpPr>
        <p:spPr>
          <a:xfrm>
            <a:off x="7004788" y="8812378"/>
            <a:ext cx="453600" cy="743700"/>
          </a:xfrm>
          <a:prstGeom prst="rect">
            <a:avLst/>
          </a:prstGeom>
        </p:spPr>
        <p:txBody>
          <a:bodyPr anchorCtr="0" anchor="ctr" bIns="121975" lIns="121975" spcFirstLastPara="1" rIns="121975" wrap="square" tIns="1219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257705" y="2090315"/>
            <a:ext cx="7044600" cy="3710700"/>
          </a:xfrm>
          <a:prstGeom prst="rect">
            <a:avLst/>
          </a:prstGeom>
        </p:spPr>
        <p:txBody>
          <a:bodyPr anchorCtr="0" anchor="b" bIns="121975" lIns="121975" spcFirstLastPara="1" rIns="121975" wrap="square" tIns="121975">
            <a:normAutofit/>
          </a:bodyPr>
          <a:lstStyle>
            <a:lvl1pPr lvl="0" algn="ctr">
              <a:spcBef>
                <a:spcPts val="0"/>
              </a:spcBef>
              <a:spcAft>
                <a:spcPts val="0"/>
              </a:spcAft>
              <a:buSzPts val="16000"/>
              <a:buNone/>
              <a:defRPr sz="16000"/>
            </a:lvl1pPr>
            <a:lvl2pPr lvl="1" algn="ctr">
              <a:spcBef>
                <a:spcPts val="0"/>
              </a:spcBef>
              <a:spcAft>
                <a:spcPts val="0"/>
              </a:spcAft>
              <a:buSzPts val="16000"/>
              <a:buNone/>
              <a:defRPr sz="16000"/>
            </a:lvl2pPr>
            <a:lvl3pPr lvl="2" algn="ctr">
              <a:spcBef>
                <a:spcPts val="0"/>
              </a:spcBef>
              <a:spcAft>
                <a:spcPts val="0"/>
              </a:spcAft>
              <a:buSzPts val="16000"/>
              <a:buNone/>
              <a:defRPr sz="16000"/>
            </a:lvl3pPr>
            <a:lvl4pPr lvl="3" algn="ctr">
              <a:spcBef>
                <a:spcPts val="0"/>
              </a:spcBef>
              <a:spcAft>
                <a:spcPts val="0"/>
              </a:spcAft>
              <a:buSzPts val="16000"/>
              <a:buNone/>
              <a:defRPr sz="16000"/>
            </a:lvl4pPr>
            <a:lvl5pPr lvl="4" algn="ctr">
              <a:spcBef>
                <a:spcPts val="0"/>
              </a:spcBef>
              <a:spcAft>
                <a:spcPts val="0"/>
              </a:spcAft>
              <a:buSzPts val="16000"/>
              <a:buNone/>
              <a:defRPr sz="16000"/>
            </a:lvl5pPr>
            <a:lvl6pPr lvl="5" algn="ctr">
              <a:spcBef>
                <a:spcPts val="0"/>
              </a:spcBef>
              <a:spcAft>
                <a:spcPts val="0"/>
              </a:spcAft>
              <a:buSzPts val="16000"/>
              <a:buNone/>
              <a:defRPr sz="16000"/>
            </a:lvl6pPr>
            <a:lvl7pPr lvl="6" algn="ctr">
              <a:spcBef>
                <a:spcPts val="0"/>
              </a:spcBef>
              <a:spcAft>
                <a:spcPts val="0"/>
              </a:spcAft>
              <a:buSzPts val="16000"/>
              <a:buNone/>
              <a:defRPr sz="16000"/>
            </a:lvl7pPr>
            <a:lvl8pPr lvl="7" algn="ctr">
              <a:spcBef>
                <a:spcPts val="0"/>
              </a:spcBef>
              <a:spcAft>
                <a:spcPts val="0"/>
              </a:spcAft>
              <a:buSzPts val="16000"/>
              <a:buNone/>
              <a:defRPr sz="16000"/>
            </a:lvl8pPr>
            <a:lvl9pPr lvl="8" algn="ctr">
              <a:spcBef>
                <a:spcPts val="0"/>
              </a:spcBef>
              <a:spcAft>
                <a:spcPts val="0"/>
              </a:spcAft>
              <a:buSzPts val="16000"/>
              <a:buNone/>
              <a:defRPr sz="16000"/>
            </a:lvl9pPr>
          </a:lstStyle>
          <a:p>
            <a:r>
              <a:t>xx%</a:t>
            </a:r>
          </a:p>
        </p:txBody>
      </p:sp>
      <p:sp>
        <p:nvSpPr>
          <p:cNvPr id="46" name="Google Shape;46;p11"/>
          <p:cNvSpPr txBox="1"/>
          <p:nvPr>
            <p:ph idx="1" type="body"/>
          </p:nvPr>
        </p:nvSpPr>
        <p:spPr>
          <a:xfrm>
            <a:off x="257705" y="5956961"/>
            <a:ext cx="7044600" cy="2458200"/>
          </a:xfrm>
          <a:prstGeom prst="rect">
            <a:avLst/>
          </a:prstGeom>
        </p:spPr>
        <p:txBody>
          <a:bodyPr anchorCtr="0" anchor="t" bIns="121975" lIns="121975" spcFirstLastPara="1" rIns="121975" wrap="square" tIns="121975">
            <a:normAutofit/>
          </a:bodyPr>
          <a:lstStyle>
            <a:lvl1pPr indent="-381000" lvl="0" marL="457200" algn="ctr">
              <a:spcBef>
                <a:spcPts val="0"/>
              </a:spcBef>
              <a:spcAft>
                <a:spcPts val="0"/>
              </a:spcAft>
              <a:buSzPts val="2400"/>
              <a:buChar char="●"/>
              <a:defRPr/>
            </a:lvl1pPr>
            <a:lvl2pPr indent="-349250" lvl="1" marL="914400" algn="ctr">
              <a:spcBef>
                <a:spcPts val="0"/>
              </a:spcBef>
              <a:spcAft>
                <a:spcPts val="0"/>
              </a:spcAft>
              <a:buSzPts val="1900"/>
              <a:buChar char="○"/>
              <a:defRPr/>
            </a:lvl2pPr>
            <a:lvl3pPr indent="-349250" lvl="2" marL="1371600" algn="ctr">
              <a:spcBef>
                <a:spcPts val="0"/>
              </a:spcBef>
              <a:spcAft>
                <a:spcPts val="0"/>
              </a:spcAft>
              <a:buSzPts val="1900"/>
              <a:buChar char="■"/>
              <a:defRPr/>
            </a:lvl3pPr>
            <a:lvl4pPr indent="-349250" lvl="3" marL="1828800" algn="ctr">
              <a:spcBef>
                <a:spcPts val="0"/>
              </a:spcBef>
              <a:spcAft>
                <a:spcPts val="0"/>
              </a:spcAft>
              <a:buSzPts val="1900"/>
              <a:buChar char="●"/>
              <a:defRPr/>
            </a:lvl4pPr>
            <a:lvl5pPr indent="-349250" lvl="4" marL="2286000" algn="ctr">
              <a:spcBef>
                <a:spcPts val="0"/>
              </a:spcBef>
              <a:spcAft>
                <a:spcPts val="0"/>
              </a:spcAft>
              <a:buSzPts val="1900"/>
              <a:buChar char="○"/>
              <a:defRPr/>
            </a:lvl5pPr>
            <a:lvl6pPr indent="-349250" lvl="5" marL="2743200" algn="ctr">
              <a:spcBef>
                <a:spcPts val="0"/>
              </a:spcBef>
              <a:spcAft>
                <a:spcPts val="0"/>
              </a:spcAft>
              <a:buSzPts val="1900"/>
              <a:buChar char="■"/>
              <a:defRPr/>
            </a:lvl6pPr>
            <a:lvl7pPr indent="-349250" lvl="6" marL="3200400" algn="ctr">
              <a:spcBef>
                <a:spcPts val="0"/>
              </a:spcBef>
              <a:spcAft>
                <a:spcPts val="0"/>
              </a:spcAft>
              <a:buSzPts val="1900"/>
              <a:buChar char="●"/>
              <a:defRPr/>
            </a:lvl7pPr>
            <a:lvl8pPr indent="-349250" lvl="7" marL="3657600" algn="ctr">
              <a:spcBef>
                <a:spcPts val="0"/>
              </a:spcBef>
              <a:spcAft>
                <a:spcPts val="0"/>
              </a:spcAft>
              <a:buSzPts val="1900"/>
              <a:buChar char="○"/>
              <a:defRPr/>
            </a:lvl8pPr>
            <a:lvl9pPr indent="-349250" lvl="8" marL="4114800" algn="ctr">
              <a:spcBef>
                <a:spcPts val="0"/>
              </a:spcBef>
              <a:spcAft>
                <a:spcPts val="0"/>
              </a:spcAft>
              <a:buSzPts val="1900"/>
              <a:buChar char="■"/>
              <a:defRPr/>
            </a:lvl9pPr>
          </a:lstStyle>
          <a:p/>
        </p:txBody>
      </p:sp>
      <p:sp>
        <p:nvSpPr>
          <p:cNvPr id="47" name="Google Shape;47;p11"/>
          <p:cNvSpPr txBox="1"/>
          <p:nvPr>
            <p:ph idx="12" type="sldNum"/>
          </p:nvPr>
        </p:nvSpPr>
        <p:spPr>
          <a:xfrm>
            <a:off x="7004788" y="8812378"/>
            <a:ext cx="453600" cy="743700"/>
          </a:xfrm>
          <a:prstGeom prst="rect">
            <a:avLst/>
          </a:prstGeom>
        </p:spPr>
        <p:txBody>
          <a:bodyPr anchorCtr="0" anchor="ctr" bIns="121975" lIns="121975" spcFirstLastPara="1" rIns="121975" wrap="square" tIns="1219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7004788" y="8812378"/>
            <a:ext cx="453600" cy="743700"/>
          </a:xfrm>
          <a:prstGeom prst="rect">
            <a:avLst/>
          </a:prstGeom>
        </p:spPr>
        <p:txBody>
          <a:bodyPr anchorCtr="0" anchor="ctr" bIns="121975" lIns="121975" spcFirstLastPara="1" rIns="121975" wrap="square" tIns="1219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257705" y="840992"/>
            <a:ext cx="7044600" cy="1082400"/>
          </a:xfrm>
          <a:prstGeom prst="rect">
            <a:avLst/>
          </a:prstGeom>
          <a:noFill/>
          <a:ln>
            <a:noFill/>
          </a:ln>
        </p:spPr>
        <p:txBody>
          <a:bodyPr anchorCtr="0" anchor="t" bIns="121975" lIns="121975" spcFirstLastPara="1" rIns="121975" wrap="square" tIns="121975">
            <a:normAutofit/>
          </a:bodyPr>
          <a:lstStyle>
            <a:lvl1pPr lvl="0">
              <a:spcBef>
                <a:spcPts val="0"/>
              </a:spcBef>
              <a:spcAft>
                <a:spcPts val="0"/>
              </a:spcAft>
              <a:buClr>
                <a:schemeClr val="dk1"/>
              </a:buClr>
              <a:buSzPts val="3700"/>
              <a:buNone/>
              <a:defRPr sz="3700">
                <a:solidFill>
                  <a:schemeClr val="dk1"/>
                </a:solidFill>
              </a:defRPr>
            </a:lvl1pPr>
            <a:lvl2pPr lvl="1">
              <a:spcBef>
                <a:spcPts val="0"/>
              </a:spcBef>
              <a:spcAft>
                <a:spcPts val="0"/>
              </a:spcAft>
              <a:buClr>
                <a:schemeClr val="dk1"/>
              </a:buClr>
              <a:buSzPts val="3700"/>
              <a:buNone/>
              <a:defRPr sz="3700">
                <a:solidFill>
                  <a:schemeClr val="dk1"/>
                </a:solidFill>
              </a:defRPr>
            </a:lvl2pPr>
            <a:lvl3pPr lvl="2">
              <a:spcBef>
                <a:spcPts val="0"/>
              </a:spcBef>
              <a:spcAft>
                <a:spcPts val="0"/>
              </a:spcAft>
              <a:buClr>
                <a:schemeClr val="dk1"/>
              </a:buClr>
              <a:buSzPts val="3700"/>
              <a:buNone/>
              <a:defRPr sz="3700">
                <a:solidFill>
                  <a:schemeClr val="dk1"/>
                </a:solidFill>
              </a:defRPr>
            </a:lvl3pPr>
            <a:lvl4pPr lvl="3">
              <a:spcBef>
                <a:spcPts val="0"/>
              </a:spcBef>
              <a:spcAft>
                <a:spcPts val="0"/>
              </a:spcAft>
              <a:buClr>
                <a:schemeClr val="dk1"/>
              </a:buClr>
              <a:buSzPts val="3700"/>
              <a:buNone/>
              <a:defRPr sz="3700">
                <a:solidFill>
                  <a:schemeClr val="dk1"/>
                </a:solidFill>
              </a:defRPr>
            </a:lvl4pPr>
            <a:lvl5pPr lvl="4">
              <a:spcBef>
                <a:spcPts val="0"/>
              </a:spcBef>
              <a:spcAft>
                <a:spcPts val="0"/>
              </a:spcAft>
              <a:buClr>
                <a:schemeClr val="dk1"/>
              </a:buClr>
              <a:buSzPts val="3700"/>
              <a:buNone/>
              <a:defRPr sz="3700">
                <a:solidFill>
                  <a:schemeClr val="dk1"/>
                </a:solidFill>
              </a:defRPr>
            </a:lvl5pPr>
            <a:lvl6pPr lvl="5">
              <a:spcBef>
                <a:spcPts val="0"/>
              </a:spcBef>
              <a:spcAft>
                <a:spcPts val="0"/>
              </a:spcAft>
              <a:buClr>
                <a:schemeClr val="dk1"/>
              </a:buClr>
              <a:buSzPts val="3700"/>
              <a:buNone/>
              <a:defRPr sz="3700">
                <a:solidFill>
                  <a:schemeClr val="dk1"/>
                </a:solidFill>
              </a:defRPr>
            </a:lvl6pPr>
            <a:lvl7pPr lvl="6">
              <a:spcBef>
                <a:spcPts val="0"/>
              </a:spcBef>
              <a:spcAft>
                <a:spcPts val="0"/>
              </a:spcAft>
              <a:buClr>
                <a:schemeClr val="dk1"/>
              </a:buClr>
              <a:buSzPts val="3700"/>
              <a:buNone/>
              <a:defRPr sz="3700">
                <a:solidFill>
                  <a:schemeClr val="dk1"/>
                </a:solidFill>
              </a:defRPr>
            </a:lvl7pPr>
            <a:lvl8pPr lvl="7">
              <a:spcBef>
                <a:spcPts val="0"/>
              </a:spcBef>
              <a:spcAft>
                <a:spcPts val="0"/>
              </a:spcAft>
              <a:buClr>
                <a:schemeClr val="dk1"/>
              </a:buClr>
              <a:buSzPts val="3700"/>
              <a:buNone/>
              <a:defRPr sz="3700">
                <a:solidFill>
                  <a:schemeClr val="dk1"/>
                </a:solidFill>
              </a:defRPr>
            </a:lvl8pPr>
            <a:lvl9pPr lvl="8">
              <a:spcBef>
                <a:spcPts val="0"/>
              </a:spcBef>
              <a:spcAft>
                <a:spcPts val="0"/>
              </a:spcAft>
              <a:buClr>
                <a:schemeClr val="dk1"/>
              </a:buClr>
              <a:buSzPts val="3700"/>
              <a:buNone/>
              <a:defRPr sz="3700">
                <a:solidFill>
                  <a:schemeClr val="dk1"/>
                </a:solidFill>
              </a:defRPr>
            </a:lvl9pPr>
          </a:lstStyle>
          <a:p/>
        </p:txBody>
      </p:sp>
      <p:sp>
        <p:nvSpPr>
          <p:cNvPr id="7" name="Google Shape;7;p1"/>
          <p:cNvSpPr txBox="1"/>
          <p:nvPr>
            <p:ph idx="1" type="body"/>
          </p:nvPr>
        </p:nvSpPr>
        <p:spPr>
          <a:xfrm>
            <a:off x="257705" y="2177906"/>
            <a:ext cx="7044600" cy="6456000"/>
          </a:xfrm>
          <a:prstGeom prst="rect">
            <a:avLst/>
          </a:prstGeom>
          <a:noFill/>
          <a:ln>
            <a:noFill/>
          </a:ln>
        </p:spPr>
        <p:txBody>
          <a:bodyPr anchorCtr="0" anchor="t" bIns="121975" lIns="121975" spcFirstLastPara="1" rIns="121975" wrap="square" tIns="121975">
            <a:normAutofit/>
          </a:bodyPr>
          <a:lstStyle>
            <a:lvl1pPr indent="-381000" lvl="0" marL="457200">
              <a:lnSpc>
                <a:spcPct val="115000"/>
              </a:lnSpc>
              <a:spcBef>
                <a:spcPts val="0"/>
              </a:spcBef>
              <a:spcAft>
                <a:spcPts val="0"/>
              </a:spcAft>
              <a:buClr>
                <a:schemeClr val="dk2"/>
              </a:buClr>
              <a:buSzPts val="2400"/>
              <a:buChar char="●"/>
              <a:defRPr sz="2400">
                <a:solidFill>
                  <a:schemeClr val="dk2"/>
                </a:solidFill>
              </a:defRPr>
            </a:lvl1pPr>
            <a:lvl2pPr indent="-349250" lvl="1" marL="914400">
              <a:lnSpc>
                <a:spcPct val="115000"/>
              </a:lnSpc>
              <a:spcBef>
                <a:spcPts val="0"/>
              </a:spcBef>
              <a:spcAft>
                <a:spcPts val="0"/>
              </a:spcAft>
              <a:buClr>
                <a:schemeClr val="dk2"/>
              </a:buClr>
              <a:buSzPts val="1900"/>
              <a:buChar char="○"/>
              <a:defRPr sz="1900">
                <a:solidFill>
                  <a:schemeClr val="dk2"/>
                </a:solidFill>
              </a:defRPr>
            </a:lvl2pPr>
            <a:lvl3pPr indent="-349250" lvl="2" marL="1371600">
              <a:lnSpc>
                <a:spcPct val="115000"/>
              </a:lnSpc>
              <a:spcBef>
                <a:spcPts val="0"/>
              </a:spcBef>
              <a:spcAft>
                <a:spcPts val="0"/>
              </a:spcAft>
              <a:buClr>
                <a:schemeClr val="dk2"/>
              </a:buClr>
              <a:buSzPts val="1900"/>
              <a:buChar char="■"/>
              <a:defRPr sz="1900">
                <a:solidFill>
                  <a:schemeClr val="dk2"/>
                </a:solidFill>
              </a:defRPr>
            </a:lvl3pPr>
            <a:lvl4pPr indent="-349250" lvl="3" marL="1828800">
              <a:lnSpc>
                <a:spcPct val="115000"/>
              </a:lnSpc>
              <a:spcBef>
                <a:spcPts val="0"/>
              </a:spcBef>
              <a:spcAft>
                <a:spcPts val="0"/>
              </a:spcAft>
              <a:buClr>
                <a:schemeClr val="dk2"/>
              </a:buClr>
              <a:buSzPts val="1900"/>
              <a:buChar char="●"/>
              <a:defRPr sz="1900">
                <a:solidFill>
                  <a:schemeClr val="dk2"/>
                </a:solidFill>
              </a:defRPr>
            </a:lvl4pPr>
            <a:lvl5pPr indent="-349250" lvl="4" marL="2286000">
              <a:lnSpc>
                <a:spcPct val="115000"/>
              </a:lnSpc>
              <a:spcBef>
                <a:spcPts val="0"/>
              </a:spcBef>
              <a:spcAft>
                <a:spcPts val="0"/>
              </a:spcAft>
              <a:buClr>
                <a:schemeClr val="dk2"/>
              </a:buClr>
              <a:buSzPts val="1900"/>
              <a:buChar char="○"/>
              <a:defRPr sz="1900">
                <a:solidFill>
                  <a:schemeClr val="dk2"/>
                </a:solidFill>
              </a:defRPr>
            </a:lvl5pPr>
            <a:lvl6pPr indent="-349250" lvl="5" marL="2743200">
              <a:lnSpc>
                <a:spcPct val="115000"/>
              </a:lnSpc>
              <a:spcBef>
                <a:spcPts val="0"/>
              </a:spcBef>
              <a:spcAft>
                <a:spcPts val="0"/>
              </a:spcAft>
              <a:buClr>
                <a:schemeClr val="dk2"/>
              </a:buClr>
              <a:buSzPts val="1900"/>
              <a:buChar char="■"/>
              <a:defRPr sz="1900">
                <a:solidFill>
                  <a:schemeClr val="dk2"/>
                </a:solidFill>
              </a:defRPr>
            </a:lvl6pPr>
            <a:lvl7pPr indent="-349250" lvl="6" marL="3200400">
              <a:lnSpc>
                <a:spcPct val="115000"/>
              </a:lnSpc>
              <a:spcBef>
                <a:spcPts val="0"/>
              </a:spcBef>
              <a:spcAft>
                <a:spcPts val="0"/>
              </a:spcAft>
              <a:buClr>
                <a:schemeClr val="dk2"/>
              </a:buClr>
              <a:buSzPts val="1900"/>
              <a:buChar char="●"/>
              <a:defRPr sz="1900">
                <a:solidFill>
                  <a:schemeClr val="dk2"/>
                </a:solidFill>
              </a:defRPr>
            </a:lvl7pPr>
            <a:lvl8pPr indent="-349250" lvl="7" marL="3657600">
              <a:lnSpc>
                <a:spcPct val="115000"/>
              </a:lnSpc>
              <a:spcBef>
                <a:spcPts val="0"/>
              </a:spcBef>
              <a:spcAft>
                <a:spcPts val="0"/>
              </a:spcAft>
              <a:buClr>
                <a:schemeClr val="dk2"/>
              </a:buClr>
              <a:buSzPts val="1900"/>
              <a:buChar char="○"/>
              <a:defRPr sz="1900">
                <a:solidFill>
                  <a:schemeClr val="dk2"/>
                </a:solidFill>
              </a:defRPr>
            </a:lvl8pPr>
            <a:lvl9pPr indent="-349250" lvl="8" marL="4114800">
              <a:lnSpc>
                <a:spcPct val="115000"/>
              </a:lnSpc>
              <a:spcBef>
                <a:spcPts val="0"/>
              </a:spcBef>
              <a:spcAft>
                <a:spcPts val="0"/>
              </a:spcAft>
              <a:buClr>
                <a:schemeClr val="dk2"/>
              </a:buClr>
              <a:buSzPts val="1900"/>
              <a:buChar char="■"/>
              <a:defRPr sz="1900">
                <a:solidFill>
                  <a:schemeClr val="dk2"/>
                </a:solidFill>
              </a:defRPr>
            </a:lvl9pPr>
          </a:lstStyle>
          <a:p/>
        </p:txBody>
      </p:sp>
      <p:sp>
        <p:nvSpPr>
          <p:cNvPr id="8" name="Google Shape;8;p1"/>
          <p:cNvSpPr txBox="1"/>
          <p:nvPr>
            <p:ph idx="12" type="sldNum"/>
          </p:nvPr>
        </p:nvSpPr>
        <p:spPr>
          <a:xfrm>
            <a:off x="7004788" y="8812378"/>
            <a:ext cx="453600" cy="743700"/>
          </a:xfrm>
          <a:prstGeom prst="rect">
            <a:avLst/>
          </a:prstGeom>
          <a:noFill/>
          <a:ln>
            <a:noFill/>
          </a:ln>
        </p:spPr>
        <p:txBody>
          <a:bodyPr anchorCtr="0" anchor="ctr" bIns="121975" lIns="121975" spcFirstLastPara="1" rIns="121975" wrap="square" tIns="121975">
            <a:normAutofit/>
          </a:bodyPr>
          <a:lstStyle>
            <a:lvl1pPr lvl="0" algn="r">
              <a:buNone/>
              <a:defRPr sz="1300">
                <a:solidFill>
                  <a:schemeClr val="dk2"/>
                </a:solidFill>
              </a:defRPr>
            </a:lvl1pPr>
            <a:lvl2pPr lvl="1" algn="r">
              <a:buNone/>
              <a:defRPr sz="1300">
                <a:solidFill>
                  <a:schemeClr val="dk2"/>
                </a:solidFill>
              </a:defRPr>
            </a:lvl2pPr>
            <a:lvl3pPr lvl="2" algn="r">
              <a:buNone/>
              <a:defRPr sz="1300">
                <a:solidFill>
                  <a:schemeClr val="dk2"/>
                </a:solidFill>
              </a:defRPr>
            </a:lvl3pPr>
            <a:lvl4pPr lvl="3" algn="r">
              <a:buNone/>
              <a:defRPr sz="1300">
                <a:solidFill>
                  <a:schemeClr val="dk2"/>
                </a:solidFill>
              </a:defRPr>
            </a:lvl4pPr>
            <a:lvl5pPr lvl="4" algn="r">
              <a:buNone/>
              <a:defRPr sz="1300">
                <a:solidFill>
                  <a:schemeClr val="dk2"/>
                </a:solidFill>
              </a:defRPr>
            </a:lvl5pPr>
            <a:lvl6pPr lvl="5" algn="r">
              <a:buNone/>
              <a:defRPr sz="1300">
                <a:solidFill>
                  <a:schemeClr val="dk2"/>
                </a:solidFill>
              </a:defRPr>
            </a:lvl6pPr>
            <a:lvl7pPr lvl="6" algn="r">
              <a:buNone/>
              <a:defRPr sz="1300">
                <a:solidFill>
                  <a:schemeClr val="dk2"/>
                </a:solidFill>
              </a:defRPr>
            </a:lvl7pPr>
            <a:lvl8pPr lvl="7" algn="r">
              <a:buNone/>
              <a:defRPr sz="1300">
                <a:solidFill>
                  <a:schemeClr val="dk2"/>
                </a:solidFill>
              </a:defRPr>
            </a:lvl8pPr>
            <a:lvl9pPr lvl="8" algn="r">
              <a:buNone/>
              <a:defRPr sz="13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jpg"/><Relationship Id="rId4"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png"/><Relationship Id="rId5" Type="http://schemas.openxmlformats.org/officeDocument/2006/relationships/image" Target="../media/image5.png"/><Relationship Id="rId6" Type="http://schemas.openxmlformats.org/officeDocument/2006/relationships/image" Target="../media/image2.png"/><Relationship Id="rId7" Type="http://schemas.openxmlformats.org/officeDocument/2006/relationships/image" Target="../media/image3.png"/><Relationship Id="rId8"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53" name="Shape 53"/>
        <p:cNvGrpSpPr/>
        <p:nvPr/>
      </p:nvGrpSpPr>
      <p:grpSpPr>
        <a:xfrm>
          <a:off x="0" y="0"/>
          <a:ext cx="0" cy="0"/>
          <a:chOff x="0" y="0"/>
          <a:chExt cx="0" cy="0"/>
        </a:xfrm>
      </p:grpSpPr>
      <p:pic>
        <p:nvPicPr>
          <p:cNvPr id="54" name="Google Shape;54;p13"/>
          <p:cNvPicPr preferRelativeResize="0"/>
          <p:nvPr/>
        </p:nvPicPr>
        <p:blipFill rotWithShape="1">
          <a:blip r:embed="rId3">
            <a:alphaModFix amt="80000"/>
          </a:blip>
          <a:srcRect b="7681" l="0" r="0" t="1418"/>
          <a:stretch/>
        </p:blipFill>
        <p:spPr>
          <a:xfrm>
            <a:off x="0" y="0"/>
            <a:ext cx="7560001" cy="9720003"/>
          </a:xfrm>
          <a:prstGeom prst="rect">
            <a:avLst/>
          </a:prstGeom>
          <a:noFill/>
          <a:ln>
            <a:noFill/>
          </a:ln>
        </p:spPr>
      </p:pic>
      <p:pic>
        <p:nvPicPr>
          <p:cNvPr id="55" name="Google Shape;55;p13"/>
          <p:cNvPicPr preferRelativeResize="0"/>
          <p:nvPr/>
        </p:nvPicPr>
        <p:blipFill>
          <a:blip r:embed="rId4">
            <a:alphaModFix/>
          </a:blip>
          <a:stretch>
            <a:fillRect/>
          </a:stretch>
        </p:blipFill>
        <p:spPr>
          <a:xfrm>
            <a:off x="2238328" y="-200725"/>
            <a:ext cx="3083350" cy="2152150"/>
          </a:xfrm>
          <a:prstGeom prst="rect">
            <a:avLst/>
          </a:prstGeom>
          <a:noFill/>
          <a:ln>
            <a:noFill/>
          </a:ln>
          <a:effectLst>
            <a:outerShdw blurRad="385763" rotWithShape="0" algn="bl" dir="5400000" dist="28575">
              <a:srgbClr val="000000">
                <a:alpha val="85000"/>
              </a:srgbClr>
            </a:outerShdw>
          </a:effectLst>
        </p:spPr>
      </p:pic>
      <p:sp>
        <p:nvSpPr>
          <p:cNvPr id="56" name="Google Shape;56;p13"/>
          <p:cNvSpPr txBox="1"/>
          <p:nvPr/>
        </p:nvSpPr>
        <p:spPr>
          <a:xfrm>
            <a:off x="182700" y="7918150"/>
            <a:ext cx="7194600" cy="13068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lang="es-419" sz="1200">
                <a:solidFill>
                  <a:schemeClr val="lt1"/>
                </a:solidFill>
                <a:latin typeface="Roboto"/>
                <a:ea typeface="Roboto"/>
                <a:cs typeface="Roboto"/>
                <a:sym typeface="Roboto"/>
              </a:rPr>
              <a:t>The earth is on the brink of destruction, and the only ones who can stop it have been captured. Their only hope? their kids. These brilliant young minds must use all the technology at their disposal to fight back the mysterious menace and defeat the dreaded Master and his shadowy army of grey men.</a:t>
            </a:r>
            <a:endParaRPr sz="1200">
              <a:solidFill>
                <a:schemeClr val="lt1"/>
              </a:solidFill>
              <a:latin typeface="Roboto"/>
              <a:ea typeface="Roboto"/>
              <a:cs typeface="Roboto"/>
              <a:sym typeface="Roboto"/>
            </a:endParaRPr>
          </a:p>
          <a:p>
            <a:pPr indent="0" lvl="0" marL="0" rtl="0" algn="ctr">
              <a:lnSpc>
                <a:spcPct val="115000"/>
              </a:lnSpc>
              <a:spcBef>
                <a:spcPts val="1200"/>
              </a:spcBef>
              <a:spcAft>
                <a:spcPts val="0"/>
              </a:spcAft>
              <a:buClr>
                <a:schemeClr val="dk1"/>
              </a:buClr>
              <a:buSzPts val="1100"/>
              <a:buFont typeface="Arial"/>
              <a:buNone/>
            </a:pPr>
            <a:r>
              <a:rPr lang="es-419" sz="1000">
                <a:solidFill>
                  <a:srgbClr val="6FFFF0"/>
                </a:solidFill>
                <a:latin typeface="Roboto"/>
                <a:ea typeface="Roboto"/>
                <a:cs typeface="Roboto"/>
                <a:sym typeface="Roboto"/>
              </a:rPr>
              <a:t>The adventures of each episode will address some topic of trending technology and exemplify it in a simple way for understanding. Seeking an educational purpose, achieving a greater understanding of the use of current technology.</a:t>
            </a:r>
            <a:endParaRPr sz="1000">
              <a:solidFill>
                <a:srgbClr val="6FFFF0"/>
              </a:solidFill>
              <a:latin typeface="Roboto"/>
              <a:ea typeface="Roboto"/>
              <a:cs typeface="Roboto"/>
              <a:sym typeface="Roboto"/>
            </a:endParaRPr>
          </a:p>
        </p:txBody>
      </p:sp>
      <p:sp>
        <p:nvSpPr>
          <p:cNvPr id="57" name="Google Shape;57;p13"/>
          <p:cNvSpPr txBox="1"/>
          <p:nvPr/>
        </p:nvSpPr>
        <p:spPr>
          <a:xfrm>
            <a:off x="196750" y="9308200"/>
            <a:ext cx="6283200" cy="338700"/>
          </a:xfrm>
          <a:prstGeom prst="rect">
            <a:avLst/>
          </a:prstGeom>
          <a:noFill/>
          <a:ln>
            <a:noFill/>
          </a:ln>
        </p:spPr>
        <p:txBody>
          <a:bodyPr anchorCtr="0" anchor="t" bIns="91425" lIns="91425" spcFirstLastPara="1" rIns="91425" wrap="square" tIns="91425">
            <a:spAutoFit/>
          </a:bodyPr>
          <a:lstStyle/>
          <a:p>
            <a:pPr indent="0" lvl="0" marL="0" marR="38100" rtl="0" algn="l">
              <a:lnSpc>
                <a:spcPct val="128571"/>
              </a:lnSpc>
              <a:spcBef>
                <a:spcPts val="0"/>
              </a:spcBef>
              <a:spcAft>
                <a:spcPts val="0"/>
              </a:spcAft>
              <a:buNone/>
            </a:pPr>
            <a:r>
              <a:rPr b="1" lang="es-419" sz="1000">
                <a:solidFill>
                  <a:srgbClr val="FFFFFF"/>
                </a:solidFill>
                <a:latin typeface="Roboto"/>
                <a:ea typeface="Roboto"/>
                <a:cs typeface="Roboto"/>
                <a:sym typeface="Roboto"/>
              </a:rPr>
              <a:t>DRAGONAUT ANIMATION </a:t>
            </a:r>
            <a:r>
              <a:rPr lang="es-419" sz="1000">
                <a:solidFill>
                  <a:srgbClr val="FFFFFF"/>
                </a:solidFill>
                <a:latin typeface="Roboto Light"/>
                <a:ea typeface="Roboto Light"/>
                <a:cs typeface="Roboto Light"/>
                <a:sym typeface="Roboto Light"/>
              </a:rPr>
              <a:t>CONFIDENTIAL DOCUMENT. PARTIAL OR TOTAL DIFFUSION IS PROHIBITED.</a:t>
            </a:r>
            <a:endParaRPr sz="1000">
              <a:solidFill>
                <a:srgbClr val="FFFFFF"/>
              </a:solidFill>
              <a:latin typeface="Roboto"/>
              <a:ea typeface="Roboto"/>
              <a:cs typeface="Roboto"/>
              <a:sym typeface="Roboto"/>
            </a:endParaRPr>
          </a:p>
        </p:txBody>
      </p:sp>
      <p:grpSp>
        <p:nvGrpSpPr>
          <p:cNvPr id="58" name="Google Shape;58;p13"/>
          <p:cNvGrpSpPr/>
          <p:nvPr/>
        </p:nvGrpSpPr>
        <p:grpSpPr>
          <a:xfrm>
            <a:off x="5326325" y="3209100"/>
            <a:ext cx="2056025" cy="1708500"/>
            <a:chOff x="297125" y="1913700"/>
            <a:chExt cx="2056025" cy="1708500"/>
          </a:xfrm>
        </p:grpSpPr>
        <p:pic>
          <p:nvPicPr>
            <p:cNvPr id="59" name="Google Shape;59;p13"/>
            <p:cNvPicPr preferRelativeResize="0"/>
            <p:nvPr/>
          </p:nvPicPr>
          <p:blipFill>
            <a:blip r:embed="rId5">
              <a:alphaModFix/>
            </a:blip>
            <a:stretch>
              <a:fillRect/>
            </a:stretch>
          </p:blipFill>
          <p:spPr>
            <a:xfrm>
              <a:off x="297125" y="2342475"/>
              <a:ext cx="174750" cy="174750"/>
            </a:xfrm>
            <a:prstGeom prst="rect">
              <a:avLst/>
            </a:prstGeom>
            <a:noFill/>
            <a:ln>
              <a:noFill/>
            </a:ln>
          </p:spPr>
        </p:pic>
        <p:pic>
          <p:nvPicPr>
            <p:cNvPr id="60" name="Google Shape;60;p13"/>
            <p:cNvPicPr preferRelativeResize="0"/>
            <p:nvPr/>
          </p:nvPicPr>
          <p:blipFill>
            <a:blip r:embed="rId6">
              <a:alphaModFix/>
            </a:blip>
            <a:stretch>
              <a:fillRect/>
            </a:stretch>
          </p:blipFill>
          <p:spPr>
            <a:xfrm>
              <a:off x="297125" y="2684750"/>
              <a:ext cx="174750" cy="174750"/>
            </a:xfrm>
            <a:prstGeom prst="rect">
              <a:avLst/>
            </a:prstGeom>
            <a:noFill/>
            <a:ln>
              <a:noFill/>
            </a:ln>
          </p:spPr>
        </p:pic>
        <p:pic>
          <p:nvPicPr>
            <p:cNvPr id="61" name="Google Shape;61;p13"/>
            <p:cNvPicPr preferRelativeResize="0"/>
            <p:nvPr/>
          </p:nvPicPr>
          <p:blipFill>
            <a:blip r:embed="rId7">
              <a:alphaModFix/>
            </a:blip>
            <a:stretch>
              <a:fillRect/>
            </a:stretch>
          </p:blipFill>
          <p:spPr>
            <a:xfrm>
              <a:off x="297125" y="3333500"/>
              <a:ext cx="174750" cy="174750"/>
            </a:xfrm>
            <a:prstGeom prst="rect">
              <a:avLst/>
            </a:prstGeom>
            <a:noFill/>
            <a:ln>
              <a:noFill/>
            </a:ln>
          </p:spPr>
        </p:pic>
        <p:pic>
          <p:nvPicPr>
            <p:cNvPr id="62" name="Google Shape;62;p13"/>
            <p:cNvPicPr preferRelativeResize="0"/>
            <p:nvPr/>
          </p:nvPicPr>
          <p:blipFill>
            <a:blip r:embed="rId8">
              <a:alphaModFix/>
            </a:blip>
            <a:stretch>
              <a:fillRect/>
            </a:stretch>
          </p:blipFill>
          <p:spPr>
            <a:xfrm>
              <a:off x="297125" y="3009125"/>
              <a:ext cx="174750" cy="174750"/>
            </a:xfrm>
            <a:prstGeom prst="rect">
              <a:avLst/>
            </a:prstGeom>
            <a:noFill/>
            <a:ln>
              <a:noFill/>
            </a:ln>
          </p:spPr>
        </p:pic>
        <p:pic>
          <p:nvPicPr>
            <p:cNvPr id="63" name="Google Shape;63;p13"/>
            <p:cNvPicPr preferRelativeResize="0"/>
            <p:nvPr/>
          </p:nvPicPr>
          <p:blipFill>
            <a:blip r:embed="rId9">
              <a:alphaModFix/>
            </a:blip>
            <a:stretch>
              <a:fillRect/>
            </a:stretch>
          </p:blipFill>
          <p:spPr>
            <a:xfrm>
              <a:off x="297125" y="2000200"/>
              <a:ext cx="174750" cy="174750"/>
            </a:xfrm>
            <a:prstGeom prst="rect">
              <a:avLst/>
            </a:prstGeom>
            <a:noFill/>
            <a:ln>
              <a:noFill/>
            </a:ln>
          </p:spPr>
        </p:pic>
        <p:sp>
          <p:nvSpPr>
            <p:cNvPr id="64" name="Google Shape;64;p13"/>
            <p:cNvSpPr txBox="1"/>
            <p:nvPr/>
          </p:nvSpPr>
          <p:spPr>
            <a:xfrm>
              <a:off x="464050" y="1913700"/>
              <a:ext cx="1889100" cy="1708500"/>
            </a:xfrm>
            <a:prstGeom prst="rect">
              <a:avLst/>
            </a:prstGeom>
            <a:noFill/>
            <a:ln>
              <a:noFill/>
            </a:ln>
          </p:spPr>
          <p:txBody>
            <a:bodyPr anchorCtr="0" anchor="t" bIns="91425" lIns="91425" spcFirstLastPara="1" rIns="91425" wrap="square" tIns="91425">
              <a:spAutoFit/>
            </a:bodyPr>
            <a:lstStyle/>
            <a:p>
              <a:pPr indent="0" lvl="0" marL="0" rtl="0" algn="l">
                <a:lnSpc>
                  <a:spcPct val="200000"/>
                </a:lnSpc>
                <a:spcBef>
                  <a:spcPts val="0"/>
                </a:spcBef>
                <a:spcAft>
                  <a:spcPts val="0"/>
                </a:spcAft>
                <a:buNone/>
              </a:pPr>
              <a:r>
                <a:rPr lang="es-419" sz="1100">
                  <a:solidFill>
                    <a:schemeClr val="lt1"/>
                  </a:solidFill>
                  <a:latin typeface="Roboto Medium"/>
                  <a:ea typeface="Roboto Medium"/>
                  <a:cs typeface="Roboto Medium"/>
                  <a:sym typeface="Roboto Medium"/>
                </a:rPr>
                <a:t>TV series</a:t>
              </a:r>
              <a:endParaRPr sz="1100">
                <a:solidFill>
                  <a:schemeClr val="lt1"/>
                </a:solidFill>
                <a:latin typeface="Roboto Medium"/>
                <a:ea typeface="Roboto Medium"/>
                <a:cs typeface="Roboto Medium"/>
                <a:sym typeface="Roboto Medium"/>
              </a:endParaRPr>
            </a:p>
            <a:p>
              <a:pPr indent="0" lvl="0" marL="0" rtl="0" algn="l">
                <a:lnSpc>
                  <a:spcPct val="200000"/>
                </a:lnSpc>
                <a:spcBef>
                  <a:spcPts val="0"/>
                </a:spcBef>
                <a:spcAft>
                  <a:spcPts val="0"/>
                </a:spcAft>
                <a:buNone/>
              </a:pPr>
              <a:r>
                <a:rPr lang="es-419" sz="1100">
                  <a:solidFill>
                    <a:schemeClr val="lt1"/>
                  </a:solidFill>
                  <a:latin typeface="Roboto Medium"/>
                  <a:ea typeface="Roboto Medium"/>
                  <a:cs typeface="Roboto Medium"/>
                  <a:sym typeface="Roboto Medium"/>
                </a:rPr>
                <a:t>2D frame by frame </a:t>
              </a:r>
              <a:endParaRPr sz="1100">
                <a:solidFill>
                  <a:schemeClr val="lt1"/>
                </a:solidFill>
                <a:latin typeface="Roboto Medium"/>
                <a:ea typeface="Roboto Medium"/>
                <a:cs typeface="Roboto Medium"/>
                <a:sym typeface="Roboto Medium"/>
              </a:endParaRPr>
            </a:p>
            <a:p>
              <a:pPr indent="0" lvl="0" marL="0" rtl="0" algn="l">
                <a:lnSpc>
                  <a:spcPct val="200000"/>
                </a:lnSpc>
                <a:spcBef>
                  <a:spcPts val="0"/>
                </a:spcBef>
                <a:spcAft>
                  <a:spcPts val="0"/>
                </a:spcAft>
                <a:buNone/>
              </a:pPr>
              <a:r>
                <a:rPr lang="es-419" sz="1100">
                  <a:solidFill>
                    <a:schemeClr val="lt1"/>
                  </a:solidFill>
                  <a:latin typeface="Roboto Medium"/>
                  <a:ea typeface="Roboto Medium"/>
                  <a:cs typeface="Roboto Medium"/>
                  <a:sym typeface="Roboto Medium"/>
                </a:rPr>
                <a:t>Elementary to junior high </a:t>
              </a:r>
              <a:endParaRPr sz="1100">
                <a:solidFill>
                  <a:schemeClr val="lt1"/>
                </a:solidFill>
                <a:latin typeface="Roboto Medium"/>
                <a:ea typeface="Roboto Medium"/>
                <a:cs typeface="Roboto Medium"/>
                <a:sym typeface="Roboto Medium"/>
              </a:endParaRPr>
            </a:p>
            <a:p>
              <a:pPr indent="0" lvl="0" marL="0" rtl="0" algn="l">
                <a:lnSpc>
                  <a:spcPct val="200000"/>
                </a:lnSpc>
                <a:spcBef>
                  <a:spcPts val="0"/>
                </a:spcBef>
                <a:spcAft>
                  <a:spcPts val="0"/>
                </a:spcAft>
                <a:buNone/>
              </a:pPr>
              <a:r>
                <a:rPr lang="es-419" sz="1100">
                  <a:solidFill>
                    <a:schemeClr val="lt1"/>
                  </a:solidFill>
                  <a:latin typeface="Roboto Medium"/>
                  <a:ea typeface="Roboto Medium"/>
                  <a:cs typeface="Roboto Medium"/>
                  <a:sym typeface="Roboto Medium"/>
                </a:rPr>
                <a:t>Action / Adventure </a:t>
              </a:r>
              <a:endParaRPr sz="1100">
                <a:solidFill>
                  <a:schemeClr val="lt1"/>
                </a:solidFill>
                <a:latin typeface="Roboto Medium"/>
                <a:ea typeface="Roboto Medium"/>
                <a:cs typeface="Roboto Medium"/>
                <a:sym typeface="Roboto Medium"/>
              </a:endParaRPr>
            </a:p>
            <a:p>
              <a:pPr indent="0" lvl="0" marL="0" rtl="0" algn="l">
                <a:lnSpc>
                  <a:spcPct val="200000"/>
                </a:lnSpc>
                <a:spcBef>
                  <a:spcPts val="0"/>
                </a:spcBef>
                <a:spcAft>
                  <a:spcPts val="0"/>
                </a:spcAft>
                <a:buClr>
                  <a:schemeClr val="dk1"/>
                </a:buClr>
                <a:buSzPts val="900"/>
                <a:buFont typeface="Arial"/>
                <a:buNone/>
              </a:pPr>
              <a:r>
                <a:rPr lang="es-419" sz="1100">
                  <a:solidFill>
                    <a:schemeClr val="lt1"/>
                  </a:solidFill>
                  <a:latin typeface="Roboto Medium"/>
                  <a:ea typeface="Roboto Medium"/>
                  <a:cs typeface="Roboto Medium"/>
                  <a:sym typeface="Roboto Medium"/>
                </a:rPr>
                <a:t>12 episodes x 22 min </a:t>
              </a:r>
              <a:endParaRPr sz="1100">
                <a:solidFill>
                  <a:schemeClr val="lt1"/>
                </a:solidFill>
                <a:latin typeface="Oswald Light"/>
                <a:ea typeface="Oswald Light"/>
                <a:cs typeface="Oswald Light"/>
                <a:sym typeface="Oswald Light"/>
              </a:endParaRPr>
            </a:p>
          </p:txBody>
        </p:sp>
      </p:grpSp>
      <p:sp>
        <p:nvSpPr>
          <p:cNvPr id="65" name="Google Shape;65;p13"/>
          <p:cNvSpPr txBox="1"/>
          <p:nvPr/>
        </p:nvSpPr>
        <p:spPr>
          <a:xfrm flipH="1">
            <a:off x="192175" y="1920275"/>
            <a:ext cx="2527200" cy="44793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Clr>
                <a:schemeClr val="dk1"/>
              </a:buClr>
              <a:buFont typeface="Arial"/>
              <a:buNone/>
            </a:pPr>
            <a:r>
              <a:rPr b="1" lang="es-419" sz="900">
                <a:solidFill>
                  <a:schemeClr val="lt1"/>
                </a:solidFill>
                <a:latin typeface="Roboto"/>
                <a:ea typeface="Roboto"/>
                <a:cs typeface="Roboto"/>
                <a:sym typeface="Roboto"/>
              </a:rPr>
              <a:t>Mitchell Simmons: </a:t>
            </a:r>
            <a:r>
              <a:rPr lang="es-419" sz="900">
                <a:solidFill>
                  <a:schemeClr val="lt1"/>
                </a:solidFill>
                <a:latin typeface="Roboto"/>
                <a:ea typeface="Roboto"/>
                <a:cs typeface="Roboto"/>
                <a:sym typeface="Roboto"/>
              </a:rPr>
              <a:t>A brave youth with mechanical expertise who’s still searching to prove as a leader. </a:t>
            </a:r>
            <a:endParaRPr sz="900">
              <a:solidFill>
                <a:schemeClr val="lt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rPr b="1" lang="es-419" sz="900">
                <a:solidFill>
                  <a:srgbClr val="6FFFF0"/>
                </a:solidFill>
                <a:latin typeface="Roboto"/>
                <a:ea typeface="Roboto"/>
                <a:cs typeface="Roboto"/>
                <a:sym typeface="Roboto"/>
              </a:rPr>
              <a:t>—------</a:t>
            </a:r>
            <a:endParaRPr b="1" sz="900">
              <a:solidFill>
                <a:schemeClr val="lt1"/>
              </a:solidFill>
              <a:latin typeface="Roboto"/>
              <a:ea typeface="Roboto"/>
              <a:cs typeface="Roboto"/>
              <a:sym typeface="Roboto"/>
            </a:endParaRPr>
          </a:p>
          <a:p>
            <a:pPr indent="0" lvl="0" marL="0" rtl="0" algn="l">
              <a:lnSpc>
                <a:spcPct val="100000"/>
              </a:lnSpc>
              <a:spcBef>
                <a:spcPts val="0"/>
              </a:spcBef>
              <a:spcAft>
                <a:spcPts val="0"/>
              </a:spcAft>
              <a:buNone/>
            </a:pPr>
            <a:r>
              <a:rPr b="1" lang="es-419" sz="900">
                <a:solidFill>
                  <a:schemeClr val="lt1"/>
                </a:solidFill>
                <a:latin typeface="Roboto"/>
                <a:ea typeface="Roboto"/>
                <a:cs typeface="Roboto"/>
                <a:sym typeface="Roboto"/>
              </a:rPr>
              <a:t>Ren Zhao: </a:t>
            </a:r>
            <a:r>
              <a:rPr lang="es-419" sz="900">
                <a:solidFill>
                  <a:schemeClr val="lt1"/>
                </a:solidFill>
                <a:latin typeface="Roboto"/>
                <a:ea typeface="Roboto"/>
                <a:cs typeface="Roboto"/>
                <a:sym typeface="Roboto"/>
              </a:rPr>
              <a:t>A genius in robotics and mathematics, who struggles in socializing due to her reserved character. </a:t>
            </a:r>
            <a:endParaRPr sz="900">
              <a:solidFill>
                <a:schemeClr val="lt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rPr b="1" lang="es-419" sz="900">
                <a:solidFill>
                  <a:srgbClr val="6FFFF0"/>
                </a:solidFill>
                <a:latin typeface="Roboto"/>
                <a:ea typeface="Roboto"/>
                <a:cs typeface="Roboto"/>
                <a:sym typeface="Roboto"/>
              </a:rPr>
              <a:t>—------</a:t>
            </a:r>
            <a:endParaRPr b="1" sz="900">
              <a:solidFill>
                <a:srgbClr val="6FFFF0"/>
              </a:solidFill>
              <a:latin typeface="Roboto"/>
              <a:ea typeface="Roboto"/>
              <a:cs typeface="Roboto"/>
              <a:sym typeface="Roboto"/>
            </a:endParaRPr>
          </a:p>
          <a:p>
            <a:pPr indent="0" lvl="0" marL="0" rtl="0" algn="l">
              <a:lnSpc>
                <a:spcPct val="100000"/>
              </a:lnSpc>
              <a:spcBef>
                <a:spcPts val="0"/>
              </a:spcBef>
              <a:spcAft>
                <a:spcPts val="0"/>
              </a:spcAft>
              <a:buNone/>
            </a:pPr>
            <a:r>
              <a:rPr b="1" lang="es-419" sz="900">
                <a:solidFill>
                  <a:schemeClr val="lt1"/>
                </a:solidFill>
                <a:latin typeface="Roboto"/>
                <a:ea typeface="Roboto"/>
                <a:cs typeface="Roboto"/>
                <a:sym typeface="Roboto"/>
              </a:rPr>
              <a:t>Marty Mendoza:</a:t>
            </a:r>
            <a:r>
              <a:rPr lang="es-419" sz="900">
                <a:solidFill>
                  <a:schemeClr val="lt1"/>
                </a:solidFill>
                <a:latin typeface="Roboto"/>
                <a:ea typeface="Roboto"/>
                <a:cs typeface="Roboto"/>
                <a:sym typeface="Roboto"/>
              </a:rPr>
              <a:t>  A natural in programming, with a rebellious spirit, but shy at heart keeping him from coming out of his shell. </a:t>
            </a:r>
            <a:endParaRPr sz="900">
              <a:solidFill>
                <a:schemeClr val="lt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rPr b="1" lang="es-419" sz="900">
                <a:solidFill>
                  <a:srgbClr val="6FFFF0"/>
                </a:solidFill>
                <a:latin typeface="Roboto"/>
                <a:ea typeface="Roboto"/>
                <a:cs typeface="Roboto"/>
                <a:sym typeface="Roboto"/>
              </a:rPr>
              <a:t>—------</a:t>
            </a:r>
            <a:endParaRPr b="1" sz="900">
              <a:solidFill>
                <a:schemeClr val="lt1"/>
              </a:solidFill>
              <a:latin typeface="Roboto"/>
              <a:ea typeface="Roboto"/>
              <a:cs typeface="Roboto"/>
              <a:sym typeface="Roboto"/>
            </a:endParaRPr>
          </a:p>
          <a:p>
            <a:pPr indent="0" lvl="0" marL="0" rtl="0" algn="l">
              <a:lnSpc>
                <a:spcPct val="100000"/>
              </a:lnSpc>
              <a:spcBef>
                <a:spcPts val="0"/>
              </a:spcBef>
              <a:spcAft>
                <a:spcPts val="0"/>
              </a:spcAft>
              <a:buNone/>
            </a:pPr>
            <a:r>
              <a:rPr b="1" lang="es-419" sz="900">
                <a:solidFill>
                  <a:schemeClr val="lt1"/>
                </a:solidFill>
                <a:latin typeface="Roboto"/>
                <a:ea typeface="Roboto"/>
                <a:cs typeface="Roboto"/>
                <a:sym typeface="Roboto"/>
              </a:rPr>
              <a:t>Dasha Pavlov:</a:t>
            </a:r>
            <a:r>
              <a:rPr lang="es-419" sz="900">
                <a:solidFill>
                  <a:schemeClr val="lt1"/>
                </a:solidFill>
                <a:latin typeface="Roboto"/>
                <a:ea typeface="Roboto"/>
                <a:cs typeface="Roboto"/>
                <a:sym typeface="Roboto"/>
              </a:rPr>
              <a:t> Rough and tough, yet kind and caring, with a knack for medicine and operating medical equipment. </a:t>
            </a:r>
            <a:endParaRPr sz="900">
              <a:solidFill>
                <a:schemeClr val="lt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rPr b="1" lang="es-419" sz="900">
                <a:solidFill>
                  <a:srgbClr val="6FFFF0"/>
                </a:solidFill>
                <a:latin typeface="Roboto"/>
                <a:ea typeface="Roboto"/>
                <a:cs typeface="Roboto"/>
                <a:sym typeface="Roboto"/>
              </a:rPr>
              <a:t>—------</a:t>
            </a:r>
            <a:endParaRPr b="1" sz="900">
              <a:solidFill>
                <a:schemeClr val="lt1"/>
              </a:solidFill>
              <a:latin typeface="Roboto"/>
              <a:ea typeface="Roboto"/>
              <a:cs typeface="Roboto"/>
              <a:sym typeface="Roboto"/>
            </a:endParaRPr>
          </a:p>
          <a:p>
            <a:pPr indent="0" lvl="0" marL="0" rtl="0" algn="l">
              <a:lnSpc>
                <a:spcPct val="100000"/>
              </a:lnSpc>
              <a:spcBef>
                <a:spcPts val="0"/>
              </a:spcBef>
              <a:spcAft>
                <a:spcPts val="0"/>
              </a:spcAft>
              <a:buNone/>
            </a:pPr>
            <a:r>
              <a:rPr b="1" lang="es-419" sz="900">
                <a:solidFill>
                  <a:schemeClr val="lt1"/>
                </a:solidFill>
                <a:latin typeface="Roboto"/>
                <a:ea typeface="Roboto"/>
                <a:cs typeface="Roboto"/>
                <a:sym typeface="Roboto"/>
              </a:rPr>
              <a:t>Tony Mendoza: </a:t>
            </a:r>
            <a:r>
              <a:rPr lang="es-419" sz="900">
                <a:solidFill>
                  <a:schemeClr val="lt1"/>
                </a:solidFill>
                <a:latin typeface="Roboto"/>
                <a:ea typeface="Roboto"/>
                <a:cs typeface="Roboto"/>
                <a:sym typeface="Roboto"/>
              </a:rPr>
              <a:t>A child daredevil, with exceptional intuition and recklessness with any device, scaring even their creators.</a:t>
            </a:r>
            <a:endParaRPr sz="900">
              <a:solidFill>
                <a:schemeClr val="lt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rPr b="1" lang="es-419" sz="900">
                <a:solidFill>
                  <a:srgbClr val="6FFFF0"/>
                </a:solidFill>
                <a:latin typeface="Roboto"/>
                <a:ea typeface="Roboto"/>
                <a:cs typeface="Roboto"/>
                <a:sym typeface="Roboto"/>
              </a:rPr>
              <a:t>—------</a:t>
            </a:r>
            <a:endParaRPr b="1" sz="900">
              <a:solidFill>
                <a:schemeClr val="lt1"/>
              </a:solidFill>
              <a:latin typeface="Roboto"/>
              <a:ea typeface="Roboto"/>
              <a:cs typeface="Roboto"/>
              <a:sym typeface="Roboto"/>
            </a:endParaRPr>
          </a:p>
          <a:p>
            <a:pPr indent="0" lvl="0" marL="0" rtl="0" algn="l">
              <a:lnSpc>
                <a:spcPct val="100000"/>
              </a:lnSpc>
              <a:spcBef>
                <a:spcPts val="0"/>
              </a:spcBef>
              <a:spcAft>
                <a:spcPts val="0"/>
              </a:spcAft>
              <a:buNone/>
            </a:pPr>
            <a:r>
              <a:rPr b="1" lang="es-419" sz="900">
                <a:solidFill>
                  <a:schemeClr val="lt1"/>
                </a:solidFill>
                <a:latin typeface="Roboto"/>
                <a:ea typeface="Roboto"/>
                <a:cs typeface="Roboto"/>
                <a:sym typeface="Roboto"/>
              </a:rPr>
              <a:t>Chandra Yadav: </a:t>
            </a:r>
            <a:r>
              <a:rPr lang="es-419" sz="900">
                <a:solidFill>
                  <a:schemeClr val="lt1"/>
                </a:solidFill>
                <a:latin typeface="Roboto"/>
                <a:ea typeface="Roboto"/>
                <a:cs typeface="Roboto"/>
                <a:sym typeface="Roboto"/>
              </a:rPr>
              <a:t>The youngest of the group with unlimited scientific potential, able to grasp new concepts making her a powerful ally, but an unpredictable one.</a:t>
            </a:r>
            <a:endParaRPr sz="900">
              <a:solidFill>
                <a:schemeClr val="lt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rPr b="1" lang="es-419" sz="900">
                <a:solidFill>
                  <a:srgbClr val="6FFFF0"/>
                </a:solidFill>
                <a:latin typeface="Roboto"/>
                <a:ea typeface="Roboto"/>
                <a:cs typeface="Roboto"/>
                <a:sym typeface="Roboto"/>
              </a:rPr>
              <a:t>—------</a:t>
            </a:r>
            <a:endParaRPr b="1" sz="900">
              <a:solidFill>
                <a:schemeClr val="lt1"/>
              </a:solidFill>
              <a:latin typeface="Roboto"/>
              <a:ea typeface="Roboto"/>
              <a:cs typeface="Roboto"/>
              <a:sym typeface="Roboto"/>
            </a:endParaRPr>
          </a:p>
          <a:p>
            <a:pPr indent="0" lvl="0" marL="0" rtl="0" algn="l">
              <a:lnSpc>
                <a:spcPct val="100000"/>
              </a:lnSpc>
              <a:spcBef>
                <a:spcPts val="0"/>
              </a:spcBef>
              <a:spcAft>
                <a:spcPts val="0"/>
              </a:spcAft>
              <a:buNone/>
            </a:pPr>
            <a:r>
              <a:rPr b="1" lang="es-419" sz="900">
                <a:solidFill>
                  <a:schemeClr val="lt1"/>
                </a:solidFill>
                <a:latin typeface="Roboto"/>
                <a:ea typeface="Roboto"/>
                <a:cs typeface="Roboto"/>
                <a:sym typeface="Roboto"/>
              </a:rPr>
              <a:t>HELEN:</a:t>
            </a:r>
            <a:r>
              <a:rPr lang="es-419" sz="900">
                <a:solidFill>
                  <a:schemeClr val="lt1"/>
                </a:solidFill>
                <a:latin typeface="Roboto"/>
                <a:ea typeface="Roboto"/>
                <a:cs typeface="Roboto"/>
                <a:sym typeface="Roboto"/>
              </a:rPr>
              <a:t> An advanced Artificial intelligence with the intention of improving life on Earth.</a:t>
            </a:r>
            <a:endParaRPr sz="900">
              <a:solidFill>
                <a:schemeClr val="lt1"/>
              </a:solidFill>
              <a:latin typeface="Roboto"/>
              <a:ea typeface="Roboto"/>
              <a:cs typeface="Roboto"/>
              <a:sym typeface="Roboto"/>
            </a:endParaRPr>
          </a:p>
          <a:p>
            <a:pPr indent="0" lvl="0" marL="0" rtl="0" algn="l">
              <a:spcBef>
                <a:spcPts val="0"/>
              </a:spcBef>
              <a:spcAft>
                <a:spcPts val="0"/>
              </a:spcAft>
              <a:buClr>
                <a:schemeClr val="dk1"/>
              </a:buClr>
              <a:buSzPts val="1100"/>
              <a:buFont typeface="Arial"/>
              <a:buNone/>
            </a:pPr>
            <a:r>
              <a:rPr b="1" lang="es-419" sz="900">
                <a:solidFill>
                  <a:srgbClr val="6FFFF0"/>
                </a:solidFill>
                <a:latin typeface="Roboto"/>
                <a:ea typeface="Roboto"/>
                <a:cs typeface="Roboto"/>
                <a:sym typeface="Roboto"/>
              </a:rPr>
              <a:t>—------</a:t>
            </a:r>
            <a:endParaRPr b="1" sz="900">
              <a:solidFill>
                <a:schemeClr val="lt1"/>
              </a:solidFill>
              <a:latin typeface="Roboto"/>
              <a:ea typeface="Roboto"/>
              <a:cs typeface="Roboto"/>
              <a:sym typeface="Roboto"/>
            </a:endParaRPr>
          </a:p>
          <a:p>
            <a:pPr indent="0" lvl="0" marL="0" rtl="0" algn="l">
              <a:lnSpc>
                <a:spcPct val="100000"/>
              </a:lnSpc>
              <a:spcBef>
                <a:spcPts val="0"/>
              </a:spcBef>
              <a:spcAft>
                <a:spcPts val="0"/>
              </a:spcAft>
              <a:buNone/>
            </a:pPr>
            <a:r>
              <a:rPr b="1" lang="es-419" sz="900">
                <a:solidFill>
                  <a:schemeClr val="lt1"/>
                </a:solidFill>
                <a:latin typeface="Roboto"/>
                <a:ea typeface="Roboto"/>
                <a:cs typeface="Roboto"/>
                <a:sym typeface="Roboto"/>
              </a:rPr>
              <a:t>R081 “ROBI”:</a:t>
            </a:r>
            <a:r>
              <a:rPr lang="es-419" sz="900">
                <a:solidFill>
                  <a:schemeClr val="lt1"/>
                </a:solidFill>
                <a:latin typeface="Roboto"/>
                <a:ea typeface="Roboto"/>
                <a:cs typeface="Roboto"/>
                <a:sym typeface="Roboto"/>
              </a:rPr>
              <a:t> A friendly robot, designed to adapt to any situation, transforming his body using different devices</a:t>
            </a:r>
            <a:endParaRPr sz="900">
              <a:solidFill>
                <a:schemeClr val="lt1"/>
              </a:solidFill>
              <a:latin typeface="Roboto"/>
              <a:ea typeface="Roboto"/>
              <a:cs typeface="Roboto"/>
              <a:sym typeface="Roboto"/>
            </a:endParaRPr>
          </a:p>
        </p:txBody>
      </p:sp>
      <p:sp>
        <p:nvSpPr>
          <p:cNvPr id="66" name="Google Shape;66;p13"/>
          <p:cNvSpPr/>
          <p:nvPr/>
        </p:nvSpPr>
        <p:spPr>
          <a:xfrm>
            <a:off x="5175400" y="3051875"/>
            <a:ext cx="2125800" cy="1980300"/>
          </a:xfrm>
          <a:prstGeom prst="roundRect">
            <a:avLst>
              <a:gd fmla="val 6515" name="adj"/>
            </a:avLst>
          </a:prstGeom>
          <a:noFill/>
          <a:ln cap="flat" cmpd="sng" w="9525">
            <a:solidFill>
              <a:srgbClr val="6FFF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 name="Google Shape;67;p13"/>
          <p:cNvPicPr preferRelativeResize="0"/>
          <p:nvPr/>
        </p:nvPicPr>
        <p:blipFill>
          <a:blip r:embed="rId10">
            <a:alphaModFix/>
          </a:blip>
          <a:stretch>
            <a:fillRect/>
          </a:stretch>
        </p:blipFill>
        <p:spPr>
          <a:xfrm>
            <a:off x="196750" y="229375"/>
            <a:ext cx="1144499" cy="559124"/>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